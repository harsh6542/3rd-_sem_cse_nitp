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notesSlides/notesSlide1.xml" ContentType="application/vnd.openxmlformats-officedocument.presentationml.notesSlide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3" r:id="rId11"/>
    <p:sldId id="266" r:id="rId12"/>
    <p:sldId id="267" r:id="rId13"/>
    <p:sldId id="268" r:id="rId14"/>
    <p:sldId id="270" r:id="rId15"/>
    <p:sldId id="271" r:id="rId16"/>
    <p:sldId id="272" r:id="rId17"/>
    <p:sldId id="273" r:id="rId18"/>
    <p:sldId id="269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5:47:05.723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5:47:16.949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0,'4490'0,"-3789"46,-461-24,495 17,6379-43,-3840 6,-964-2,-2267 2,55 10,30 1,594-12,-350-3,6793 2,-7160 0,49 4,-51-3,0-1,0 1,0 0,0 1,0-1,0 0,0 1,-1-1,1 1,-1 0,1 0,-1 0,0 0,4 5,-3-3,0 0,1 0,-1 0,1 0,-1-1,1 0,0 0,0 0,1 0,-1-1,0 1,1-1,0 0,-1-1,1 1,0-1,0 0,0 0,0 0,0-1,10 0,110 15,-92-11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5:47:24.079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0 212,'489'0,"-467"-1,0-2,-1 0,1-1,31-11,-29 7,0 2,1 1,30-3,31 8,-56 1,0-2,1 0,34-7,-11-4,-14 2,0 2,80-5,-80 10,-1-1,58-15,-51 9,56-4,29 8,70-6,-50 4,-34 5,-41-9,-48 7,34-3,437 6,-259 4,1460-2,-1451 13,4 1,5729-15,-5939 3,54 9,32 2,618-11,-363-4,10094 2,-10444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5:47:25.916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5:50:02.641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82,'579'0,"-553"-1,-1-2,32-6,-29 3,44-2,235 8,-142 1,-148-2,0-1,0-1,0 0,-1-2,24-8,-21 6,0 2,-1 0,37-5,236 8,-140 5,1358-3,-1341 14,-17 0,278-15,40 2,-193 24,-15-1,475-20,-389-6,-45 15,4 1,2376-15,-2601 6,-38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5:50:32.002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4,'288'14,"5"0,-128-17,178 5,-235 11,24 0,571-12,-340-3,-272 2,105-15,-81 5,186 7,-145 5,1686-2,-1679 14,-14-1,417-14,-538 3,-1 0,28 7,38 4,-41-11,-22-2,1 2,55 10,-46-5,0-3,0-1,0-1,43-5,3 0,622 3,-670-1,54-11,18 0,98-5,-48 8,-105 9,68-11,108-21,-157 24,0 3,103 6,-52 1,2965-2,-2906 14,-2-1,1368-12,-695-3,-743 12,-105-9,37 4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5:50:49.787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5:53:25.842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1 241,'7'-1,"0"1,1-2,-1 1,13-5,4 0,568-98,-420 78,-61 9,282-48,-336 58,-1 2,115 6,-62 1,-90-2,45 0,0 2,71 12,-6-1,-85-10,51 9,-92-11,54 11,1-2,104 4,-130-12,-1 2,0 0,51 15,8 2,-51-14,-2 1,0-3,43 2,94-7,-152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5:53:37.623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1 220,'12'0,"1"-2,23-4,7-2,569-29,-576 36,59-11,-57 6,48-1,910 7,-449 1,-523-2,-1-1,35-8,-31 4,38-1,31 6,-66 2,0-1,0-1,0-2,-1 0,57-16,-13-2,2 3,0 4,1 3,97-3,-77 14,16-2,-92-2,-4-1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5:53:40.653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1,'2725'0,"-2694"2,0 1,0 2,42 12,22 3,-73-17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5:53:47.329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1,'291'16,"127"56,-371-64,1-1,56 0,98-9,-61-1,-38 5,118-5,-218 3,-1 0,1 0,-1-1,1 0,0 1,-1-1,1 0,-1 0,0 0,1-1,-1 1,4-4,5-6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5:53:49.411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0 195,'673'0,"-590"-5,0-3,88-20,-82 13,-3-1,-16 3,141-9,-138 20,77-10,4-2,-9 2,157-15,98 16,-261 13,-131-2,-1 0,1-1,-1 0,10-2,0-3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5:53:56.419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1 482,'59'-4,"0"-2,0-3,105-31,-32 7,37-3,331-79,-69 11,-391 96,1 2,-1 2,1 1,62 5,50-3,-133-2,-1 0,0-2,34-11,-28 7,34-6,42-6,-52 10,1 2,64-4,83 15,66-4,-239-2,-7-2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5:54:02.897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1,'267'23,"-156"-10,645 31,-350-31,207-1,-407-13,-183 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5:54:04.630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39,'73'3,"135"25,-102-11,46 0,230-4,-322-14,267-14,-73-12,-203 22,72 2,-8 0,-80-1,-1-1,37-11,-41 8,1 1,-1 2,36-2,-19 2,-30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5:54:19.072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1 185,'81'-4,"132"-24,-68 7,3-1,112-9,-129 18,8 0,-88 9,94-18,-97 12,-1 3,64-3,1277 12,-1365-1,-1 1,33 7,28 4,47 0,46 2,-122-14,76 12,98 14,-11-1,-60-17,-104-8,65 10,-3 1,0-5,122-8,-81-1,26 2,-159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5:57:38.134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80,'720'-16,"45"6,-584-6,-87 6,3-2,-36 5,67-1,1100 9,-1200 0,51 10,7 0,413-6,-274-7,-16 2,-187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5:57:40.895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1 265,'455'-16,"-142"-22,-155 7,266-41,-387 66,47-14,-53 12,0 0,53-4,-40 8,74-18,-81 13,1 2,-1 2,39-1,667 8,-730-2,1 1,-1 0,1 1,-1 0,0 1,0 1,0 0,18 9,-19-8,0-1,0-1,0 0,0 0,23 1,-5-1,799 92,-464-39,149 18,-263-59,-62-5,111-4,-34-2,-160 8,22 2,444-13,-275-3,-265 2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5:57:50.386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58,'10'-1,"0"0,0-1,0 0,-1-1,18-7,10-2,-1 3,1 2,0 2,44-1,117 8,-68 1,235-3,-345 1,-1 1,35 8,-33-5,0-2,27 2,2-3,82 13,-85-9,80 0,18 3,10 4,220-9,-196-6,4403 2,-4310-13,-7-1,3275 13,-1652 3,-1469-2,-385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5:59:46.026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0,'206'6,"0"9,382 78,10 13,-460-94,186-7,-279-5,-16 1,1 2,30 6,-27-3,43 1,297-8,-323-5,0-2,68-19,62-11,698-12,123 64,-175-2,-531-14,-249 4,50 9,27 2,533-10,-339-6,4388 3,-4673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5:59:57.067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2533 212,'501'-2,"556"4,-232 35,7 31,-352-5,-238-31,-163-25,-1 3,120 32,5 20,-178-55,1-1,0-2,48 3,84-9,-57-1,2841 2,-1481 2,-1440-2,1-1,-1 0,0-2,-1 0,1-1,-1-2,0 0,0-1,-1 0,0-2,0-1,-1 0,-1-1,0-1,0 0,-2-1,0-1,17-21,-20 22,1 0,1 1,0 0,0 1,2 0,-1 2,2-1,-1 2,1 0,0 1,1 1,0 1,0 0,1 2,-1 0,1 1,0 0,24 1,-83 1,-1 2,1 1,0 2,-54 13,63-12,-1-2,0-1,0-1,-36-4,-6 1,-3 2,-329-16,335 6,-85-22,-29-21,153 46,0 1,0 1,0 2,-64 2,50 1,-64-8,9-9,-81-10,106 16,38 5,-62-3,-10 10,18 1,-121-14,45-2,-227 10,205 7,-659-3,777 3,-121 22,13 0,24 1,112-17,-1-1,-60 2,66-7,0 2,-52 12,46-7,-55 4,-340-10,235-6,-5946 2,6121 1,-55 11,-11 0,86-12,0 1,1 0,-1 1,0 0,0 1,1-1,-16 8,23-9,0 0,0 1,0-1,1 0,-1 1,0-1,0 1,1 0,-1-1,1 1,0 0,-1 0,1 0,0 0,0 0,0 0,0 0,1 1,-1-1,1 0,-1 0,1 1,0-1,0 0,0 1,0-1,0 0,0 1,0-1,1 0,0 0,-1 1,1-1,0 0,0 0,0 0,2 3,2 4,1 0,0-1,1 0,0 0,0 0,1-1,0 0,0-1,17 11,10 9,249 173,-128-111,-148-84,1 0,-1 0,1-1,0 0,0 0,0-1,0 0,17 1,8-2,36-2,-24-1,382 1,-388-1,0-2,50-13,-50 10,158-39,51-8,-211 48,28-4,96-2,168-3,-52-12,-159 17,180 9,-139 3,3540-2,-3535 14,-83-4,489 19,-487-25,135 22,-160-17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6:00:26.354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1 290,'6'-5,"1"0,0 0,1 1,-1 0,1 1,0-1,0 1,0 1,0 0,9-2,6-2,710-184,-632 171,1 4,0 4,109 4,565 8,-734 2,0 1,0 3,0 1,42 15,-11-3,-36-11,213 57,-171-42,105 18,22-10,20 10,-84-11,-37-9,-54-10,86 9,-22-8,-62-5,57-1,1654-8,-1580-11,-38 1,314 9,3 1,-277-12,54 0,553 13,-701-5,-50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1T16:00:37.873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0,'9271'0'0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6:00:45.536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0 239,'54'-3,"-1"-2,84-19,-60 9,194-38,76-13,-221 44,-30 3,0 5,119-3,-66 16,251 4,-295 3,184 35,-8 18,-232-49,1-3,69 3,101-11,19 0,-164 9,108 24,-108-17,103 8,268-20,-228-5,783 2,-945 3,0 2,59 14,74 6,-169-23,1 1,-2 1,1 1,21 7,5 2,-7-6,0-3,0-1,1-2,71-5,-21 0,3961 1,-2038 4,-223-2,-1750-2,58-10,30-2,225 15,-323-1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6:00:47.759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0 135,'581'-31,"-6"-38,-501 59,289-15,1 27,-119 0,22-3,307 3,-259 28,-135-9,-14 5,-110-15,1-3,85 2,44 2,-6 1,827 31,-267 23,-611-54,226 26,-215-25,223-8,-236-7,-88 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6:04:17.394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1 135,'1599'0,"-1583"1,1 0,0 2,18 4,29 5,27 2,-55-8,59 4,742-9,-396-3,58 2,-473-2,0 0,29-7,36-4,32 14,26-3,-85-11,-49 9,1 1,21-3,20 3,1-3,88-21,-115 21,-1 1,1 2,0 1,44 2,38-1,-48-11,-48 7,0 2,20-2,261 3,-153 4,-124-4,0 0,33-7,28-4,35 13,-80 2,-1-2,1-1,56-11,-31 3,1 2,1 3,98 6,-42 1,151-5,315 4,-130 37,53 1,-389-41,-17 0,111 12,-29 3,189-11,-198-4,-146 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6:09:28.805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30 447,'29'-13,"1"1,46-12,-13 5,651-170,-424 120,-173 40,1 5,2 5,235-6,-24 13,-25 0,578 13,-803 4,161 29,-143-17,67 20,-57-10,-74-21,49 2,-56-7,0 1,0 2,31 8,-21-2,1-1,1-3,58 3,122-10,-87-1,186-14,9-11,-259 18,37-4,122-2,2587 18,-1525-4,-838 32,-247-12,-119-11,293 13,4208-25,-2416 7,828-3,-2950-3,52-8,46-2,152 14,-297-1,39 3,-41-3,1 0,0 0,0 0,-1 0,1 0,0 0,0 0,-1 0,1 1,0-1,-1 0,1 0,0 1,-1-1,1 1,0-1,-1 0,1 1,-1-1,1 1,-1-1,1 1,-1 0,1-1,-1 1,1-1,-1 1,0 0,1-1,-1 1,0 0,0 0,0-1,1 1,-1 0,0 0,0-1,0 1,0 0,0 0,0-1,0 1,-1 0,1-1,0 1,-1 1,-5 6,-1 0,0 0,0-1,-1 0,0 0,0-1,0 0,-14 7,-119 67,80-48,-58 40,99-58,2 1,-1 1,2 0,0 1,1 1,-25 37,29-40,0 1,0-2,-1 0,-1 0,-1-1,0-1,-22 15,-123 61,154-85,-498 210,134-101,207-66,21-8,-2-6,-1-6,-1-6,-237 0,-187-60,7-53,366 61,-42-9,-408-78,232 80,377 37,-482-4,297 8,144 2,-120 21,10-1,142-17,0 1,-58 19,9-3,55-17,-78 4,-6 0,75-5,-57-2,68-4,1 2,0 2,-49 10,29-1,-77 8,108-17,-48 14,48-10,-38 6,-86 11,-70 8,-280 34,263-22,197-37,-1-1,-69 2,-87-11,70-1,75 3,1 3,-1 1,-101 23,119-19,0-2,-69 3,-75-11,61-1,-614 3,674-2,0-4,0-2,1-2,-64-21,88 23,0 2,0 1,-42 0,-103 6,61 2,-39-5,-176 4,218 11,63-6,-58 0,78-6,0 3,0 0,-41 12,38-7,0-2,-45 3,-372-8,220-5,111 5,38 1,-1-4,-161-23,94 0,-153-5,102 23,122 7,0-4,-113-19,170 18,-61-14,-1 4,-123-5,-956 20,932 12,35 0,-262 17,60 48,308-57,-20 7,-111 20,-278 25,388-63,-200-7,153-5,-161-14,108 8,58 4,43-8,64 6,-49-1,81 6,0 1,-1-2,1 0,0-1,0 0,0-1,0-1,1 0,-1-1,-24-14,15 7,-1 1,-1 2,0 0,0 2,-1 1,0 1,0 1,-28-2,-34 2,-96 6,58 2,74-5,36 0,-1 1,0 1,1 1,-1 0,0 1,1 1,-22 5,34-6,0 0,0 1,1-1,-1 0,0 1,1 0,0 0,-1 0,1 0,0 1,1-1,-1 1,1 0,-1-1,1 1,0 0,1 0,-1 1,1-1,0 0,-1 5,1-3,0 0,0 0,1 0,0 0,0-1,0 1,1 0,0 0,0 0,1 0,-1-1,1 1,1-1,-1 1,5 7,7 12,-1 1,-1 0,-1 1,-2 0,10 46,-8-27,-7-21,1 0,2-1,1 0,1 0,0 0,2-1,16 25,-16-31,2-1,-1-1,2 0,0-1,21 17,-26-25,-1 0,1 0,0-1,1 0,-1-1,1 0,0 0,0-1,0-1,1 1,19 0,215-3,-92-3,440 3,-555 3,0 1,0 2,0 1,37 13,-37-9,1-1,0-3,69 6,747-13,-376-2,-424 2,33-1,148 18,-207-12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6:10:08.669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56,'2114'0,"-1962"-13,-24 1,-40 9,158-11,-134 4,193 7,-149 5,1430-2,-1541 2,54 10,37 2,758-13,-432-3,-353 1,121 3,-143 10,-57-6,48 2,273-8,-163-1,-141 6,-30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6:13:19.697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1,'68'3,"131"24,-97-10,656 83,-638-90,182-8,-146-4,17-12,-16 0,-80 14,-33 1,-1-2,1-2,75-14,-70 7,1 1,78-3,102 12,8-1,-46-25,-130 15,79-4,412 13,-272 5,293 12,-178 27,-33-15,-166-16,259 15,144-17,-184-7,-175 10,48 1,-138-12,376 13,-73 41,-53-15,9 1,-184-14,-132-19,113 26,-139-20,0-4,79 4,139-11,-52-2,172 43,-248-22,58 1,89 13,54-7,-36-5,459 31,-641-51,1478 46,-1295-38,223 3,-516-15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6:13:27.274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1,'1417'0,"-1395"0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6:14:05.351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10,'4766'0,"-4758"1,1-2,0 1,15-4,-7-2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6:14:07.337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0,'30'2,"0"0,-1 2,36 9,-8-1,-43-9,526 94,7-28,-192-58,-192-10,43 10,16 1,553-12,-680-4,-1-3,184-40,-74 19,-68 12,26-9,260-7,-54 18,-60-13,-8 17,-251 11,-27-1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6:14:12.784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1 142,'1149'0,"-976"-15,-71 4,111-13,157-6,-325 27,47-7,38-3,-92 13,216-15,-131 7,-33 4,-69 1,-5-3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6:14:14.343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2,'324'-2,"365"5,-169 26,-238 11,-150-18,-46-13,160-5,-170-5,-72 1,2 0,-1 0,1 0,0-1,0 1,8-4,-2-1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6:14:18.659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1 104,'24'-1,"0"-1,29-7,4 0,722-71,-315 78,-298 24,-31-1,142-14,-75-5,18 26,-73-6,77 19,-43-5,87 19,-218-43,48 11,1-5,128 8,-148-25,-57-1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6:14:21.187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1 211,'16'-1,"0"-1,0 0,0-1,29-10,-6 2,105-21,2 6,237-12,303 32,-386 9,700-3,-745-14,-4 1,-155 14,73-2,-149-1,-1-2,0 0,36-12,28-7,-60 19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6:16:13.588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0 213,'1908'0,"-1870"-2,69-13,-40 5,0-1,-30 4,71-2,-53 9,-18 1,0-1,1-2,-1-2,51-11,-38 4,1 3,91-5,-119 11,14-2,70-18,3 0,24-2,-69 12,99-7,320 17,-231 5,297-3,-506 2,-1 3,77 17,14 3,258 43,-361-64,0-1,62-2,12 1,-93 0,0 0,-1 1,0 0,0 1,17 8,20 7,-24-10,2-2,-1-1,1-1,29 2,-29-5,36 9,-38-7,47 5,112-11,77 4,-211 4,54 13,-64-10,-1-2,77 4,2450-12,-2371 17,-97-6,1 1,-36-3,66 0,742-9,-541 26,-83-2,561-15,-460-11,827 3,-1106-5,-35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6:16:25.405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1 211,'2374'0,"-2308"-3,122-22,-17 0,98-15,-61 6,16 1,87-10,97 35,-235 10,1261-2,-1408 2,0 0,32 8,-20-3,-16-4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6:16:28.412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1 105,'1'0,"58"1,0-2,-1-3,82-17,-86 11,1 1,74-1,115 10,-98 2,849-2,-957-2,55-9,-53 5,52-2,513 9,-568-3,56-9,-55 5,52-2,197 9,-265-1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6:16:33.084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1 186,'359'-12,"-77"0,1058 8,-752 6,-542-4,61-11,-40 4,13-2,72-6,-79 11,78-15,-82 10,100-5,14 3,0 0,168-2,313 3,-420 14,945-2,-981 16,-100-5,76 15,-13-1,-123-19,-1 1,0 3,92 31,-121-34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6:16:35.187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2,'472'-2,"519"4,-245 55,-268-13,88 28,-20-20,-490-48,723 5,-467-11,16-11,22 0,-340 13,0-1,-1 1,16-4,-7-1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6:16:41.753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1 107,'38'2,"0"2,-1 1,52 13,-32-5,665 164,-426-100,-135-38,2-8,1-6,276 5,521-32,-871-1,104-16,86-29,-89 14,117-31,-143 28,144-40,-206 50,146-26,-185 41,131-9,-135 17,-1-3,66-15,207-36,-208 40,9 4,257 7,-219 9,-126 3,-29 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6:17:31.329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1,'85'0,"372"5,-2 36,-328-20,133 17,-181-28,-9-1,77-1,-119-6,0 0,-1 2,50 14,-48-10,0-2,0-1,36 2,617-6,-312-3,-231 0,154 5,-240 3,72 16,-5 1,-26-10,154 2,-218-14,1 2,29 6,-25-3,39 1,263-7,-157-1,-130-2,-1-1,63-15,-57 8,79-4,-110 14,219-15,-25 5,-5 1,216-21,-121 4,-106 14,-20 1,140 3,-97 7,-83-10,38-2,-45 13,312 4,-161 21,-130-10,31 0,551-15,-545 14,-16 1,879-13,-510-3,1347 2,-1636 13,4 1,907-15,-1123 3,52 9,35 3,411-14,-259-1,-248 3,43 7,-40-4,1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6:17:35.908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0,'36'2,"-1"1,39 9,15 2,351 12,-210-17,23 7,308 8,2798-27,-1760 5,-1313-15,14 0,-231 11,79-11,91 2,3 0,-70-3,233 10,-210 6,1042-2,-1147 4,110 19,-110-10,115 2,1199-17,-1119 16,-27-1,62-15,149 4,-302 10,55 2,258-15,-463 1,0-1,0-1,20-5,-14 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6:17:39.465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0,'36'2,"-1"1,65 14,-48-7,253 47,340 59,-315-77,-25-5,-169-15,230 0,3037-23,-1817 7,-1411-2,192-3,-217-11,53 0,-59 14,-36 1,147-15,-115-2,80-12,-124 14,108-1,-156 12,19-4,111-26,-116 19,1 2,74-3,212-10,-43 1,190 19,-75 1,-221-10,34 0,535 14,-525 13,-7-1,257-14,-460 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6:17:43.186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0,'22'2,"0"1,0 0,-1 2,0 0,37 15,16 4,443 92,-475-110,19 5,121 5,584-18,-579 16,-14-1,196-14,112 2,-177 28,-77-4,-53 0,-108-14,76 4,79 11,-149-14,98 3,-124-14,0 2,-1 2,69 16,155 33,-203-39,0-3,1-2,127 1,-66-13,276 12,277 8,-452-20,-149 3,-17 0,0-2,72-11,0-3,30-7,93-18,-80 14,-104 17,1 2,81 4,-100 1,0-3,67-14,-65 9,111-6,-105 17,-19 0,-1-1,68-11,-22 1,1 3,134 7,-101 1,2727 0,-2787-6,-38-1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6:27:41.974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1 290,'336'13,"4"1,731-15,-999-2,75-14,-97 10,-2-1,50-16,-54 13,80-12,257 0,-122 11,200-9,-113 6,5-22,-165 14,475-37,-659 60,449-7,-261 9,-10 1,193-6,-265-10,24 0,69 13,-172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6:27:46.139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1 159,'824'0,"-766"-3,-1-3,58-12,-55 7,99-5,-77 17,-47 0,-1-1,1-1,53-10,-27 2,0 3,1 2,93 6,-49 0,674-2,-751 1,54 11,15 0,226-12,44 1,-249 12,-67-5,61-1,-44-7,394 15,-89 11,-246-16,54 6,-84-7,185-6,-138-5,550-14,-465 7,172-13,65-12,90-5,-433 29,-13-1,144-7,-93 21,148-5,-200-10,32-2,559 13,-336 3,-319-4,53-10,-52 6,49-1,390 8,-455-1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6:29:15.692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0 238,'99'1,"107"14,-114-4,-12-2,105 26,-143-25,0-1,0-2,1-2,72-1,-97-4,0 2,0 0,23 7,-20-5,-1 0,25 1,250-4,-138-3,-131 1,-1-1,33-8,-30 4,50-2,237 7,-144 2,-168 0,1-1,-1 0,1 0,-1 0,0 0,1-1,-1 0,1 1,-1-1,0 0,0 0,1-1,-1 1,0-1,0 0,0 1,-1-1,1-1,0 1,-1 0,1-1,2-3,0 1,-1 0,1 1,-1 0,1 0,0 1,1-1,-1 1,1 0,-1 0,1 1,0 0,0 0,0 0,0 1,0-1,7 1,14-1,1 1,39 3,-22 0,47 0,156-18,-148 6,167 8,-136 3,-103-3,0-1,-1-2,0-1,0-1,28-11,41-10,197-45,-228 58,1 3,78-3,156-4,534-15,2686 35,-3483-1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6:29:17.678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1,'419'25,"-236"-9,207 19,222 13,399-40,-582-9,-409 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6:29:20.893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0 160,'3302'0,"-3094"-13,-33 0,-75 11,202-12,198 2,-313 14,994-2,-989-14,-4 0,1341 13,-684 3,-599-16,-3 1,-64 15,146-4,-293-2,0-1,41-12,-43 9,0 2,57-6,-42 11,-3 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6:29:22.296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6:49:41.468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1 316,'421'0,"-405"-1,1-1,-1-1,0 0,0-1,0 0,18-9,3 0,-20 9,1 0,34-3,6 0,0-1,0 3,105 4,20 0,-72-11,-59 5,58-1,2198 10,-2256 0,0 3,59 14,-54-8,80 4,433-13,-285-4,894 2,-1135-2,51-9,25-2,422 11,-277 4,-219-4,53-10,-51 6,49-1,74-6,5 0,128-14,5 0,-268 25,55-10,-8 1,210-15,-159 15,67-3,87-13,43 0,107 29,-412-1,53 10,20 2,-35-8,0 3,-1 3,0 3,-1 2,67 28,-85-29,0-1,1-3,53 5,-45-9,80 21,-49-8,-46-12,47 17,-64-18,0-1,1-1,52 2,31 6,-102-11,47 9,-1-1,111 3,-135-13,0 1,0 1,1 1,36 10,34 8,148 11,-249-32,368 7,-213-9,1533 2,-1662-2,-1 0,32-8,-30 5,46-3,-50 6,44-9,-44 6,47-3,-49 6,1-1,-1-1,1 0,21-9,-23 6,1 2,0 0,1 1,26-2,56 7,-81-1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6:50:16.908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0,'815'0,"-791"2,1 1,-1 1,0 1,33 11,13 3,-63-18,32 9,1-2,1-2,53 1,-23-3,-1 3,0 3,78 22,-58-12,-81-19,35 9,1-2,76 4,-42-13,-31 0,0 2,63 9,-7 2,1-4,145-9,-92-1,312 2,-448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6:50:22.958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1 238,'193'13,"-109"-5,37 3,186 9,-73-7,44 1,1048-15,-1265-2,112-21,-110 13,99-4,-38 16,-41 0,116-12,2-7,-110 13,89-18,-120 13,74 0,-12 1,8-12,35-2,83 22,-154 4,118-12,-28-26,-134 23,1 1,0 3,58-1,35 11,-51 0,152-15,-140 3,137 5,-35 3,-56-10,63-2,360 15,-551-1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6:50:24.764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28,'355'-14,"3"1,834 14,-1181-1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6:50:27.221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0,'681'49,"-345"-16,107 15,-38-3,195-34,-364-14,2102 4,-2278-5,109-18,14-2,312 19,-261 8,-176-3,69-1,-105-3,-5-2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6:50:29.415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0,'839'28,"35"-1,161-28,-992-1,55-10,-55 6,50-1,-3 7,-65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6:50:31.260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1 137,'441'-25,"-141"4,408-43,-335 38,2 28,-115 1,468-4,-701 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6:50:33.112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1 316,'334'-18,"-221"10,253-29,34-2,33 35,-73 4,-49-38,-39 2,251-25,-121 17,-1 38,-230 8,-165-1,-1-1,1-1,-1 1,0-1,1 0,-1 0,0-1,1 1,-1-1,9-5,3-4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6:50:35.260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1,'582'26,"-155"-2,-131-11,157 3,1876-17,-2220-4,116-20,-88 8,-4 10,-110 7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6:50:37.161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1,'889'26,"3"1,-532-29,319 3,-122 44,-336-21,185-15,-114-8,-148 12,35 1,-83-15,-72 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6:50:39.343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28,'131'6,"135"23,-131-12,700 41,-441-34,99 1,546-26,-657-13,-33 1,308-2,-265 6,-137 6,-2-9,45-1,168-2,-341 6,470-20,-456 31,161-3,-106-26,-140 17,0 2,79-1,-84 10,-27-1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6:51:10.184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1,'38'1,"1"2,69 15,73 29,-47-10,-49-15,-33-7,1-2,1-2,-1-3,69 2,-100-11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6:51:11.789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577 1,'-5'0,"-14"4,-13 7,-15 5,-7 5,-5-2,0 1,5 1,7-3,7-4,7-5,3 0,3 0,2-3,0-1,5-3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6:51:17.581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0 237,'12'0,"0"-2,-1 0,1 0,20-7,11-3,383-70,-38 28,-374 53,131-20,-82 10,1 3,65 0,12 11,271-5,-296-10,-67 5,49 0,1245 8,-1323 1,0 0,0 1,0 1,34 11,-30-7,1-1,27 3,-30-8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6:51:21.624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1 107,'333'-13,"-58"1,36 13,95-3,-251-11,26 0,850 11,-499 4,-522-2,582 16,107-4,-438-14,-6 4,275-4,-318-25,-47 4,-79 18,-47 4,70-11,-77 7,0 1,51 1,-72 3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6:51:26.231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1 132,'37'-2,"45"-7,0 0,198-17,202-7,232 34,-517-15,-17 1,-4 0,12 0,68 14,-234-1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6:51:28.269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3,'109'-1,"-15"-1,-1 4,135 20,-125-7,150 5,108-21,-144-2,-22 3,-172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6:51:32.451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82,'46'0,"533"20,-381-1,318 45,-427-50,144 4,92-19,-122-2,908 3,-773-17,-206 8,294-19,-89-14,-156 15,-59 18,156 7,-149 3,1192 1,-1179-9,148-26,44-3,318 30,-376 8,7864-2,-8108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6:51:46.486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1,'30'8,"1"-2,0-1,48 3,27 3,25 18,-86-17,1-2,61 5,309-11,-218-7,-135 0,-1-3,67-15,28-3,-82 15,-7 0,73 1,-60 10,97-4,-156-2,-5-1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6:51:51.396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1,'309'13,"-26"0,174 27,8 1,296-43,-671-3,170-30,-163 18,124-6,380 21,-295 5,-283-3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6:51:54.927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0 109,'451'13,"4"1,1153-15,-1343-13,-5 1,1123 14,-1357-3,0 0,33-8,-31 5,49-4,70 7,117-6,-26-5,129-11,236-9,3 33,-244 3,3313-3,-3636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6:51:58.907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30,'95'4,"-1"5,104 23,-135-21,229 15,-28-4,-116-6,1-5,201-13,-15-27,-154-6,-126 21,1 3,78-5,98 2,-94 3,41-5,-62 6,177 8,-141 4,4544-2,-4665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7:01:42.908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90,'312'1,"386"-4,-5-35,-560 21,-63 6,103-1,-131 8,-27-2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7:01:45.270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0 220,'445'-14,"-77"2,423 12,-752-2,53-9,22-2,295-29,-105 6,-285 35,427-48,-386 38,-24 4,1 1,53-1,456 8,-496-5,-32-2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7:01:50.480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1,'226'-1,"1115"17,50-4,-890-13,729 1,-1208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7:01:57.798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79,'2672'0,"-2332"-27,3 1,-76 13,-19 1,522 12,-388 27,-16-1,-158-28,121 4,-266 3,68 16,-77-10,0-3,67 1,654-11,-753 2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7:02:02.296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1 317,'1393'0,"-1340"-3,0-2,65-15,25-3,-103 19,391-52,-181 29,-49 7,149-15,91-14,-374 38,-31 7,0-2,0-2,44-16,-65 19,0 1,0 0,1 1,-1 1,31-1,-24 2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7:02:04.358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0 267,'1937'0,"-1571"-13,-8-1,124 0,-56 5,-118 6,-174-7,192-42,-266 41,-4 1,45-9,131-8,166-23,-347 42,48-5,115-1,103 16,-114 1,518-3,-683 2,56 9,5 2,-76-12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7:02:07.495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16,'15'1,"0"1,-1 0,1 1,26 9,18 4,63 4,128 4,18-1,139 5,1889-30,-1323 3,-898-6,0-3,-1-3,88-24,52-10,-200 43,0-1,-1 0,1-1,-1-1,22-11,-19 7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7:04:42.960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7:04:50.895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0 342,'470'-204,"-386"176,1 3,1 3,154-16,-113 37,-96 3,0-2,0-1,38-6,-31 0,60-3,-76 10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7:04:53.426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2,'231'-2,"322"9,-315 16,66 3,-10-25,-131-3,-137 1,0-1,30-8,-28 5,45-3,481 6,-269 4,-263-2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7:04:54.937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0 133,'46'-2,"74"-11,-36 1,713-81,-223 81,-356 14,93-2,-288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7:04:56.215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1,'1781'0,"-1733"2,54 9,44 3,-24-15,-98 1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7:04:57.875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0,'775'14,"-62"-1,-496-14,-195 1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7:53:02.057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73,'1311'0,"-1263"-2,0-3,74-16,-22 2,-34 12,-40 5,45-10,-53 8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7:53:05.024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54,'3651'0,"-3368"-14,-23 0,1119 12,-670 4,4265-2,-4959 0,0-1,1 0,-1-1,29-8,-10-2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7:53:09.351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1 107,'783'-16,"-527"8,680-61,-890 62,88 0,-114 8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7:53:11.567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0 368,'199'0,"170"1,928-12,-674-48,-15-51,128-9,-70 74,-371 32,524 2,-531 12,-148 6,219 38,-99-8,1129 188,-692-114,-664-106,133 16,238 1,-165-23,-206 1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7:53:13.066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91,'101'1,"122"2,126 3,-284-5,1775 14,-1369-24,-3-33,-337 18,-78 13,0 2,101-4,-138 14,-8-1,1 0,-1 0,1-1,12-2,-5-2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7:53:15.784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1562,'177'0,"252"0,231 0,365 2,1645-9,-2133-3,-93-1,-77-4,973-86,-860 23,-292 49,-48 9,319-46,-52 8,-206 31,41-7,-177 22,106-35,-134 33,-1-2,0-2,-1-1,-1-2,38-30,146-139,-180 155,179-174,137-120,-220 208,-120 105,-14 16,0-1,1 1,-1 0,0 0,0 0,0-1,0 1,0 0,0 0,0-1,0 1,0 0,0 0,0 0,0-1,0 1,0 0,0 0,0-1,0 1,0 0,0 0,0 0,0-1,0 1,0 0,0 0,0 0,0-1,-1 1,1 0,0 0,0 0,0 0,0-1,-1 1,1 0,0 0,0 0,0 0,-1 0,1 0,0-1,0 1,0 0,-1 0,-8 0,0 0,0 0,0 1,0 0,0 1,-13 4,-250 64,-179 50,-153 41,-1517 392,740-148,1362-399,-33 14,-1-2,0-3,-1-2,-64 6,-625 96,661-99,-326 77,-50 9,-352 54,-152 27,-10-61,705-85,58-6,114-24,-118-8,78-1,-143 2,256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7:53:20.326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38,'459'2,"494"-5,-628-10,148-1,-467 15,0-2,1 1,-1-1,12-2,-4-2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7:53:22.464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1 201,'920'-45,"-4"-61,-658 76,1 11,496 28,-159 48,301 22,-198-28,-124-45,-329-8,1217 2,-1434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7:53:23.803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3327 80,'-1537'-19,"1232"14,-805-41,756 36,333 11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7:53:25.391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0 342,'149'-2,"183"-9,190-17,1223-110,100-6,-863 126,-941 19,-24-1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7:53:27.369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4780 325,'-189'-40,"-382"-74,-7 37,-330 45,487 17,-41-11,-151 14,381 14,-511-2,736 0,0 0,-1-1,1 0,-10-2,1-3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7:53:29.914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1 336,'105'-12,"124"-13,129-16,1774-164,-1381 168,-520 29,196 1,1094 115,-1254-81,278-8,-34-21,-476 0,54-9,25-2,976 28,-750-3,-84 0,125 2,1529-15,-1879 1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7:53:31.472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1 528,'97'-13,"125"-21,134-22,1697-296,-1726 286,-311 63,-1 1,0 1,0 1,20 1,-18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7:53:34.748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1,'896'13,"-31"1,472-15,-891-13,-33 1,1099 14,-977 12,285 0,3474-15,-2270 4,-1991-2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7:53:36.517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0,'1448'0,"-1053"20,-297-13,243 24,-187-9,-84-11,125 6,-162-18,-18 0,-1 0,0 2,1 0,-1 0,26 7,-24-3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7:54:19.616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80,'1161'0,"-1100"-3,112-20,-110 12,101-5,923 15,-508 3,109-2,-654-1,57-11,-54 6,40-1,459 5,-257 4,-242 1,0 1,0 2,0 1,54 19,-11-4,25 1,-53-12,68 22,-77-17,-29-9,1-2,-1 0,1 0,0-1,1-1,18 1,342-2,-179-5,-27 14,-43-2,872 0,-582-12,1676 3,-2056-1,54-11,22 0,491 9,-311 5,1042-2,-1309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7:54:21.285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497 0,'-4'0,"-7"0,-13 5,-9 1,-6-1,2 4,4 0,-1-1,-5-3,1-1,2-2,2-1,3-1,2 0,2-1,1 1,5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1T17:55:12.631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 0,'1231'0'0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7:55:17.721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1 133,'361'-26,"-68"2,354-13,-543 30,322-1,-105 5,-143-10,43-1,189 31,-204-8,-59-6,-92 3,103 26,-104-20,105 13,-66-20,33 2,165 29,-64-5,-143-22,33 9,23 3,-14-9,220 9,389-22,-712 0,-1-1,33-8,28-2,-49 7,1-1,-1-1,-1-2,57-22,-78 27,2 0,1 0,-1 2,1-1,25 1,-22 1,-1-1,25-4,-25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7:55:19.538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7280 267,'-17'7,"-1"-1,0-1,0 0,0-1,0-1,-23 1,-15 3,-330 41,-677-3,-393-111,545 21,132-4,564 21,-335-86,450 86,0 5,-2 4,-167-9,-135 29,150 1,192 2,1 2,0 3,-69 20,32-8,46-13,30-6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7:55:20.970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2,'430'-1,"475"3,-537 11,147 0,-192-14,-300 1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7:55:22.295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3144 1,'-14'1,"0"0,0 1,0 1,-22 7,1-1,-220 58,-194 41,-956 76,761-174,403-12,219 2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7:55:29.594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0,'355'16,"-170"-5,-61-5,932 71,-300-26,3-51,-318-3,1333 3,-1755-2,-1 0,1-1,0-1,-1 0,27-11,26-7,-39 15,65-13,7 0,-82 16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7:55:32.193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2,'455'-2,"488"5,-163 37,-205-7,-136-29,-55-2,-178 11,42 0,63-14,123 2,2 39,54 0,-430-40,28 0,107 14,-58-5,-53-6,5 9,12 0,-41-7,74 16,-72-9,64 2,-75-12,-29-2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7:55:37.190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0,'91'18,"133"10,-134-19,887 43,-265-39,-636-10,45 1,192 32,-288-31,382 62,83-40,-467-26,131 11,48 1,-180-13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7:55:39.401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16,'91'2,"121"6,125 4,1631 18,-1946-31,1857-24,539 26,-2378-3,57-9,16-2,420 10,-275 5,365-2,-608 0,-1-2,0 1,21-6,-13 1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7:55:42.227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1 179,'1314'34,"108"-17,-968-43,96-1,-177 27,255 3,-351 9,64 1,207 27,11 1,417-43,-876-2,118-22,-41 4,-1-2,-94 10,116-3,-128 15,0-4,-1-2,121-31,24-16,-179 48,0 1,0 2,0 1,1 1,47 5,79-4,-86-13,-19 3,19-6,-53 12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F252E4-72A5-4549-BD7F-2DCB206D296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567A39-6D94-4F84-B862-1EC5879D67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2516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7A39-6D94-4F84-B862-1EC5879D6768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808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B1900-DC5F-4E9B-BA77-C5823E2CB0DA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CF2B6-A906-4C17-AA55-039FA5B8F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8762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B1900-DC5F-4E9B-BA77-C5823E2CB0DA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CF2B6-A906-4C17-AA55-039FA5B8F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7609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B1900-DC5F-4E9B-BA77-C5823E2CB0DA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CF2B6-A906-4C17-AA55-039FA5B8F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0467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B1900-DC5F-4E9B-BA77-C5823E2CB0DA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CF2B6-A906-4C17-AA55-039FA5B8F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94023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B1900-DC5F-4E9B-BA77-C5823E2CB0DA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CF2B6-A906-4C17-AA55-039FA5B8F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8594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B1900-DC5F-4E9B-BA77-C5823E2CB0DA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CF2B6-A906-4C17-AA55-039FA5B8F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0880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B1900-DC5F-4E9B-BA77-C5823E2CB0DA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CF2B6-A906-4C17-AA55-039FA5B8F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54931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B1900-DC5F-4E9B-BA77-C5823E2CB0DA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CF2B6-A906-4C17-AA55-039FA5B8F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6861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B1900-DC5F-4E9B-BA77-C5823E2CB0DA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CF2B6-A906-4C17-AA55-039FA5B8F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3126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B1900-DC5F-4E9B-BA77-C5823E2CB0DA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CF2B6-A906-4C17-AA55-039FA5B8F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75684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B1900-DC5F-4E9B-BA77-C5823E2CB0DA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CF2B6-A906-4C17-AA55-039FA5B8F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6591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CB1900-DC5F-4E9B-BA77-C5823E2CB0DA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0CF2B6-A906-4C17-AA55-039FA5B8F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5536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12" Type="http://schemas.openxmlformats.org/officeDocument/2006/relationships/image" Target="../media/image5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customXml" Target="../ink/ink6.xml"/><Relationship Id="rId5" Type="http://schemas.openxmlformats.org/officeDocument/2006/relationships/image" Target="../media/image2.png"/><Relationship Id="rId10" Type="http://schemas.openxmlformats.org/officeDocument/2006/relationships/image" Target="../media/image4.png"/><Relationship Id="rId4" Type="http://schemas.openxmlformats.org/officeDocument/2006/relationships/customXml" Target="../ink/ink2.xml"/><Relationship Id="rId9" Type="http://schemas.openxmlformats.org/officeDocument/2006/relationships/customXml" Target="../ink/ink5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10.xml"/><Relationship Id="rId13" Type="http://schemas.openxmlformats.org/officeDocument/2006/relationships/image" Target="../media/image10.png"/><Relationship Id="rId18" Type="http://schemas.openxmlformats.org/officeDocument/2006/relationships/customXml" Target="../ink/ink15.xml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12" Type="http://schemas.openxmlformats.org/officeDocument/2006/relationships/customXml" Target="../ink/ink12.xml"/><Relationship Id="rId17" Type="http://schemas.openxmlformats.org/officeDocument/2006/relationships/image" Target="../media/image12.png"/><Relationship Id="rId2" Type="http://schemas.openxmlformats.org/officeDocument/2006/relationships/customXml" Target="../ink/ink7.xml"/><Relationship Id="rId16" Type="http://schemas.openxmlformats.org/officeDocument/2006/relationships/customXml" Target="../ink/ink1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9.xml"/><Relationship Id="rId11" Type="http://schemas.openxmlformats.org/officeDocument/2006/relationships/image" Target="../media/image9.png"/><Relationship Id="rId5" Type="http://schemas.openxmlformats.org/officeDocument/2006/relationships/image" Target="../media/image6.png"/><Relationship Id="rId15" Type="http://schemas.openxmlformats.org/officeDocument/2006/relationships/image" Target="../media/image11.png"/><Relationship Id="rId10" Type="http://schemas.openxmlformats.org/officeDocument/2006/relationships/customXml" Target="../ink/ink11.xml"/><Relationship Id="rId19" Type="http://schemas.openxmlformats.org/officeDocument/2006/relationships/image" Target="../media/image13.png"/><Relationship Id="rId4" Type="http://schemas.openxmlformats.org/officeDocument/2006/relationships/customXml" Target="../ink/ink8.xml"/><Relationship Id="rId9" Type="http://schemas.openxmlformats.org/officeDocument/2006/relationships/image" Target="../media/image8.png"/><Relationship Id="rId14" Type="http://schemas.openxmlformats.org/officeDocument/2006/relationships/customXml" Target="../ink/ink1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customXml" Target="../ink/ink21.xml"/><Relationship Id="rId18" Type="http://schemas.openxmlformats.org/officeDocument/2006/relationships/image" Target="../media/image21.png"/><Relationship Id="rId3" Type="http://schemas.openxmlformats.org/officeDocument/2006/relationships/customXml" Target="../ink/ink16.xml"/><Relationship Id="rId21" Type="http://schemas.openxmlformats.org/officeDocument/2006/relationships/customXml" Target="../ink/ink25.xml"/><Relationship Id="rId7" Type="http://schemas.openxmlformats.org/officeDocument/2006/relationships/customXml" Target="../ink/ink18.xml"/><Relationship Id="rId12" Type="http://schemas.openxmlformats.org/officeDocument/2006/relationships/image" Target="../media/image18.png"/><Relationship Id="rId17" Type="http://schemas.openxmlformats.org/officeDocument/2006/relationships/customXml" Target="../ink/ink23.xml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20.png"/><Relationship Id="rId20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customXml" Target="../ink/ink20.xml"/><Relationship Id="rId5" Type="http://schemas.openxmlformats.org/officeDocument/2006/relationships/customXml" Target="../ink/ink17.xml"/><Relationship Id="rId15" Type="http://schemas.openxmlformats.org/officeDocument/2006/relationships/customXml" Target="../ink/ink22.xml"/><Relationship Id="rId10" Type="http://schemas.openxmlformats.org/officeDocument/2006/relationships/image" Target="../media/image17.png"/><Relationship Id="rId19" Type="http://schemas.openxmlformats.org/officeDocument/2006/relationships/customXml" Target="../ink/ink24.xml"/><Relationship Id="rId4" Type="http://schemas.openxmlformats.org/officeDocument/2006/relationships/image" Target="../media/image14.png"/><Relationship Id="rId9" Type="http://schemas.openxmlformats.org/officeDocument/2006/relationships/customXml" Target="../ink/ink19.xml"/><Relationship Id="rId14" Type="http://schemas.openxmlformats.org/officeDocument/2006/relationships/image" Target="../media/image19.png"/><Relationship Id="rId22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customXml" Target="../ink/ink26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customXml" Target="../ink/ink27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customXml" Target="../ink/ink28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32.xml"/><Relationship Id="rId13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29.png"/><Relationship Id="rId12" Type="http://schemas.openxmlformats.org/officeDocument/2006/relationships/customXml" Target="../ink/ink34.xml"/><Relationship Id="rId17" Type="http://schemas.openxmlformats.org/officeDocument/2006/relationships/image" Target="../media/image34.png"/><Relationship Id="rId2" Type="http://schemas.openxmlformats.org/officeDocument/2006/relationships/customXml" Target="../ink/ink29.xml"/><Relationship Id="rId16" Type="http://schemas.openxmlformats.org/officeDocument/2006/relationships/customXml" Target="../ink/ink36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1.xml"/><Relationship Id="rId11" Type="http://schemas.openxmlformats.org/officeDocument/2006/relationships/image" Target="../media/image31.png"/><Relationship Id="rId5" Type="http://schemas.openxmlformats.org/officeDocument/2006/relationships/image" Target="../media/image28.png"/><Relationship Id="rId15" Type="http://schemas.openxmlformats.org/officeDocument/2006/relationships/image" Target="../media/image33.png"/><Relationship Id="rId10" Type="http://schemas.openxmlformats.org/officeDocument/2006/relationships/customXml" Target="../ink/ink33.xml"/><Relationship Id="rId4" Type="http://schemas.openxmlformats.org/officeDocument/2006/relationships/customXml" Target="../ink/ink30.xml"/><Relationship Id="rId9" Type="http://schemas.openxmlformats.org/officeDocument/2006/relationships/image" Target="../media/image30.png"/><Relationship Id="rId14" Type="http://schemas.openxmlformats.org/officeDocument/2006/relationships/customXml" Target="../ink/ink35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40.xml"/><Relationship Id="rId13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7.png"/><Relationship Id="rId12" Type="http://schemas.openxmlformats.org/officeDocument/2006/relationships/customXml" Target="../ink/ink42.xml"/><Relationship Id="rId2" Type="http://schemas.openxmlformats.org/officeDocument/2006/relationships/customXml" Target="../ink/ink3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9.xml"/><Relationship Id="rId11" Type="http://schemas.openxmlformats.org/officeDocument/2006/relationships/image" Target="../media/image39.png"/><Relationship Id="rId5" Type="http://schemas.openxmlformats.org/officeDocument/2006/relationships/image" Target="../media/image36.png"/><Relationship Id="rId10" Type="http://schemas.openxmlformats.org/officeDocument/2006/relationships/customXml" Target="../ink/ink41.xml"/><Relationship Id="rId4" Type="http://schemas.openxmlformats.org/officeDocument/2006/relationships/customXml" Target="../ink/ink38.xml"/><Relationship Id="rId9" Type="http://schemas.openxmlformats.org/officeDocument/2006/relationships/image" Target="../media/image3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customXml" Target="../ink/ink46.xml"/><Relationship Id="rId3" Type="http://schemas.openxmlformats.org/officeDocument/2006/relationships/image" Target="../media/image41.png"/><Relationship Id="rId7" Type="http://schemas.openxmlformats.org/officeDocument/2006/relationships/image" Target="../media/image43.png"/><Relationship Id="rId2" Type="http://schemas.openxmlformats.org/officeDocument/2006/relationships/customXml" Target="../ink/ink4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5.xml"/><Relationship Id="rId5" Type="http://schemas.openxmlformats.org/officeDocument/2006/relationships/image" Target="../media/image42.png"/><Relationship Id="rId4" Type="http://schemas.openxmlformats.org/officeDocument/2006/relationships/customXml" Target="../ink/ink44.xml"/><Relationship Id="rId9" Type="http://schemas.openxmlformats.org/officeDocument/2006/relationships/image" Target="../media/image4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customXml" Target="../ink/ink50.xml"/><Relationship Id="rId13" Type="http://schemas.openxmlformats.org/officeDocument/2006/relationships/image" Target="../media/image1.png"/><Relationship Id="rId3" Type="http://schemas.openxmlformats.org/officeDocument/2006/relationships/image" Target="../media/image45.png"/><Relationship Id="rId7" Type="http://schemas.openxmlformats.org/officeDocument/2006/relationships/image" Target="../media/image47.png"/><Relationship Id="rId12" Type="http://schemas.openxmlformats.org/officeDocument/2006/relationships/customXml" Target="../ink/ink52.xml"/><Relationship Id="rId2" Type="http://schemas.openxmlformats.org/officeDocument/2006/relationships/customXml" Target="../ink/ink4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9.xml"/><Relationship Id="rId11" Type="http://schemas.openxmlformats.org/officeDocument/2006/relationships/image" Target="../media/image49.png"/><Relationship Id="rId5" Type="http://schemas.openxmlformats.org/officeDocument/2006/relationships/image" Target="../media/image46.png"/><Relationship Id="rId10" Type="http://schemas.openxmlformats.org/officeDocument/2006/relationships/customXml" Target="../ink/ink51.xml"/><Relationship Id="rId4" Type="http://schemas.openxmlformats.org/officeDocument/2006/relationships/customXml" Target="../ink/ink48.xml"/><Relationship Id="rId9" Type="http://schemas.openxmlformats.org/officeDocument/2006/relationships/image" Target="../media/image4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customXml" Target="../ink/ink5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customXml" Target="../ink/ink57.xml"/><Relationship Id="rId13" Type="http://schemas.openxmlformats.org/officeDocument/2006/relationships/image" Target="../media/image56.png"/><Relationship Id="rId18" Type="http://schemas.openxmlformats.org/officeDocument/2006/relationships/customXml" Target="../ink/ink62.xml"/><Relationship Id="rId3" Type="http://schemas.openxmlformats.org/officeDocument/2006/relationships/image" Target="../media/image51.png"/><Relationship Id="rId21" Type="http://schemas.openxmlformats.org/officeDocument/2006/relationships/image" Target="../media/image60.png"/><Relationship Id="rId7" Type="http://schemas.openxmlformats.org/officeDocument/2006/relationships/image" Target="../media/image53.png"/><Relationship Id="rId12" Type="http://schemas.openxmlformats.org/officeDocument/2006/relationships/customXml" Target="../ink/ink59.xml"/><Relationship Id="rId17" Type="http://schemas.openxmlformats.org/officeDocument/2006/relationships/image" Target="../media/image58.png"/><Relationship Id="rId2" Type="http://schemas.openxmlformats.org/officeDocument/2006/relationships/customXml" Target="../ink/ink54.xml"/><Relationship Id="rId16" Type="http://schemas.openxmlformats.org/officeDocument/2006/relationships/customXml" Target="../ink/ink61.xml"/><Relationship Id="rId20" Type="http://schemas.openxmlformats.org/officeDocument/2006/relationships/customXml" Target="../ink/ink6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6.xml"/><Relationship Id="rId11" Type="http://schemas.openxmlformats.org/officeDocument/2006/relationships/image" Target="../media/image55.png"/><Relationship Id="rId5" Type="http://schemas.openxmlformats.org/officeDocument/2006/relationships/image" Target="../media/image52.png"/><Relationship Id="rId15" Type="http://schemas.openxmlformats.org/officeDocument/2006/relationships/image" Target="../media/image57.png"/><Relationship Id="rId10" Type="http://schemas.openxmlformats.org/officeDocument/2006/relationships/customXml" Target="../ink/ink58.xml"/><Relationship Id="rId19" Type="http://schemas.openxmlformats.org/officeDocument/2006/relationships/image" Target="../media/image59.png"/><Relationship Id="rId4" Type="http://schemas.openxmlformats.org/officeDocument/2006/relationships/customXml" Target="../ink/ink55.xml"/><Relationship Id="rId9" Type="http://schemas.openxmlformats.org/officeDocument/2006/relationships/image" Target="../media/image54.png"/><Relationship Id="rId14" Type="http://schemas.openxmlformats.org/officeDocument/2006/relationships/customXml" Target="../ink/ink60.xml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6.png"/><Relationship Id="rId18" Type="http://schemas.openxmlformats.org/officeDocument/2006/relationships/customXml" Target="../ink/ink72.xml"/><Relationship Id="rId26" Type="http://schemas.openxmlformats.org/officeDocument/2006/relationships/customXml" Target="../ink/ink76.xml"/><Relationship Id="rId21" Type="http://schemas.openxmlformats.org/officeDocument/2006/relationships/image" Target="../media/image70.png"/><Relationship Id="rId34" Type="http://schemas.openxmlformats.org/officeDocument/2006/relationships/customXml" Target="../ink/ink80.xml"/><Relationship Id="rId7" Type="http://schemas.openxmlformats.org/officeDocument/2006/relationships/image" Target="../media/image63.png"/><Relationship Id="rId12" Type="http://schemas.openxmlformats.org/officeDocument/2006/relationships/customXml" Target="../ink/ink69.xml"/><Relationship Id="rId17" Type="http://schemas.openxmlformats.org/officeDocument/2006/relationships/image" Target="../media/image68.png"/><Relationship Id="rId25" Type="http://schemas.openxmlformats.org/officeDocument/2006/relationships/image" Target="../media/image72.png"/><Relationship Id="rId33" Type="http://schemas.openxmlformats.org/officeDocument/2006/relationships/image" Target="../media/image76.png"/><Relationship Id="rId2" Type="http://schemas.openxmlformats.org/officeDocument/2006/relationships/customXml" Target="../ink/ink64.xml"/><Relationship Id="rId16" Type="http://schemas.openxmlformats.org/officeDocument/2006/relationships/customXml" Target="../ink/ink71.xml"/><Relationship Id="rId20" Type="http://schemas.openxmlformats.org/officeDocument/2006/relationships/customXml" Target="../ink/ink73.xml"/><Relationship Id="rId29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6.xml"/><Relationship Id="rId11" Type="http://schemas.openxmlformats.org/officeDocument/2006/relationships/image" Target="../media/image65.png"/><Relationship Id="rId24" Type="http://schemas.openxmlformats.org/officeDocument/2006/relationships/customXml" Target="../ink/ink75.xml"/><Relationship Id="rId32" Type="http://schemas.openxmlformats.org/officeDocument/2006/relationships/customXml" Target="../ink/ink79.xml"/><Relationship Id="rId37" Type="http://schemas.openxmlformats.org/officeDocument/2006/relationships/image" Target="../media/image78.png"/><Relationship Id="rId5" Type="http://schemas.openxmlformats.org/officeDocument/2006/relationships/image" Target="../media/image62.png"/><Relationship Id="rId15" Type="http://schemas.openxmlformats.org/officeDocument/2006/relationships/image" Target="../media/image67.png"/><Relationship Id="rId23" Type="http://schemas.openxmlformats.org/officeDocument/2006/relationships/image" Target="../media/image71.png"/><Relationship Id="rId28" Type="http://schemas.openxmlformats.org/officeDocument/2006/relationships/customXml" Target="../ink/ink77.xml"/><Relationship Id="rId36" Type="http://schemas.openxmlformats.org/officeDocument/2006/relationships/customXml" Target="../ink/ink81.xml"/><Relationship Id="rId10" Type="http://schemas.openxmlformats.org/officeDocument/2006/relationships/customXml" Target="../ink/ink68.xml"/><Relationship Id="rId19" Type="http://schemas.openxmlformats.org/officeDocument/2006/relationships/image" Target="../media/image69.png"/><Relationship Id="rId31" Type="http://schemas.openxmlformats.org/officeDocument/2006/relationships/image" Target="../media/image75.png"/><Relationship Id="rId4" Type="http://schemas.openxmlformats.org/officeDocument/2006/relationships/customXml" Target="../ink/ink65.xml"/><Relationship Id="rId9" Type="http://schemas.openxmlformats.org/officeDocument/2006/relationships/image" Target="../media/image64.png"/><Relationship Id="rId14" Type="http://schemas.openxmlformats.org/officeDocument/2006/relationships/customXml" Target="../ink/ink70.xml"/><Relationship Id="rId22" Type="http://schemas.openxmlformats.org/officeDocument/2006/relationships/customXml" Target="../ink/ink74.xml"/><Relationship Id="rId27" Type="http://schemas.openxmlformats.org/officeDocument/2006/relationships/image" Target="../media/image73.png"/><Relationship Id="rId30" Type="http://schemas.openxmlformats.org/officeDocument/2006/relationships/customXml" Target="../ink/ink78.xml"/><Relationship Id="rId35" Type="http://schemas.openxmlformats.org/officeDocument/2006/relationships/image" Target="../media/image77.png"/><Relationship Id="rId8" Type="http://schemas.openxmlformats.org/officeDocument/2006/relationships/customXml" Target="../ink/ink67.xml"/><Relationship Id="rId3" Type="http://schemas.openxmlformats.org/officeDocument/2006/relationships/image" Target="../media/image6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13" Type="http://schemas.openxmlformats.org/officeDocument/2006/relationships/customXml" Target="../ink/ink87.xml"/><Relationship Id="rId3" Type="http://schemas.openxmlformats.org/officeDocument/2006/relationships/customXml" Target="../ink/ink82.xml"/><Relationship Id="rId7" Type="http://schemas.openxmlformats.org/officeDocument/2006/relationships/customXml" Target="../ink/ink84.xml"/><Relationship Id="rId12" Type="http://schemas.openxmlformats.org/officeDocument/2006/relationships/image" Target="../media/image83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11" Type="http://schemas.openxmlformats.org/officeDocument/2006/relationships/customXml" Target="../ink/ink86.xml"/><Relationship Id="rId5" Type="http://schemas.openxmlformats.org/officeDocument/2006/relationships/customXml" Target="../ink/ink83.xml"/><Relationship Id="rId10" Type="http://schemas.openxmlformats.org/officeDocument/2006/relationships/image" Target="../media/image82.png"/><Relationship Id="rId4" Type="http://schemas.openxmlformats.org/officeDocument/2006/relationships/image" Target="../media/image1.png"/><Relationship Id="rId9" Type="http://schemas.openxmlformats.org/officeDocument/2006/relationships/customXml" Target="../ink/ink85.xml"/><Relationship Id="rId14" Type="http://schemas.openxmlformats.org/officeDocument/2006/relationships/image" Target="../media/image84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customXml" Target="../ink/ink91.xml"/><Relationship Id="rId13" Type="http://schemas.openxmlformats.org/officeDocument/2006/relationships/image" Target="../media/image90.png"/><Relationship Id="rId18" Type="http://schemas.openxmlformats.org/officeDocument/2006/relationships/customXml" Target="../ink/ink96.xml"/><Relationship Id="rId26" Type="http://schemas.openxmlformats.org/officeDocument/2006/relationships/customXml" Target="../ink/ink100.xml"/><Relationship Id="rId3" Type="http://schemas.openxmlformats.org/officeDocument/2006/relationships/image" Target="../media/image85.png"/><Relationship Id="rId21" Type="http://schemas.openxmlformats.org/officeDocument/2006/relationships/image" Target="../media/image94.png"/><Relationship Id="rId7" Type="http://schemas.openxmlformats.org/officeDocument/2006/relationships/image" Target="../media/image87.png"/><Relationship Id="rId12" Type="http://schemas.openxmlformats.org/officeDocument/2006/relationships/customXml" Target="../ink/ink93.xml"/><Relationship Id="rId17" Type="http://schemas.openxmlformats.org/officeDocument/2006/relationships/image" Target="../media/image92.png"/><Relationship Id="rId25" Type="http://schemas.openxmlformats.org/officeDocument/2006/relationships/image" Target="../media/image96.png"/><Relationship Id="rId2" Type="http://schemas.openxmlformats.org/officeDocument/2006/relationships/customXml" Target="../ink/ink88.xml"/><Relationship Id="rId16" Type="http://schemas.openxmlformats.org/officeDocument/2006/relationships/customXml" Target="../ink/ink95.xml"/><Relationship Id="rId20" Type="http://schemas.openxmlformats.org/officeDocument/2006/relationships/customXml" Target="../ink/ink97.xml"/><Relationship Id="rId29" Type="http://schemas.openxmlformats.org/officeDocument/2006/relationships/image" Target="../media/image98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90.xml"/><Relationship Id="rId11" Type="http://schemas.openxmlformats.org/officeDocument/2006/relationships/image" Target="../media/image89.png"/><Relationship Id="rId24" Type="http://schemas.openxmlformats.org/officeDocument/2006/relationships/customXml" Target="../ink/ink99.xml"/><Relationship Id="rId5" Type="http://schemas.openxmlformats.org/officeDocument/2006/relationships/image" Target="../media/image86.png"/><Relationship Id="rId15" Type="http://schemas.openxmlformats.org/officeDocument/2006/relationships/image" Target="../media/image91.png"/><Relationship Id="rId23" Type="http://schemas.openxmlformats.org/officeDocument/2006/relationships/image" Target="../media/image95.png"/><Relationship Id="rId28" Type="http://schemas.openxmlformats.org/officeDocument/2006/relationships/customXml" Target="../ink/ink101.xml"/><Relationship Id="rId10" Type="http://schemas.openxmlformats.org/officeDocument/2006/relationships/customXml" Target="../ink/ink92.xml"/><Relationship Id="rId19" Type="http://schemas.openxmlformats.org/officeDocument/2006/relationships/image" Target="../media/image93.png"/><Relationship Id="rId31" Type="http://schemas.openxmlformats.org/officeDocument/2006/relationships/image" Target="../media/image99.png"/><Relationship Id="rId4" Type="http://schemas.openxmlformats.org/officeDocument/2006/relationships/customXml" Target="../ink/ink89.xml"/><Relationship Id="rId9" Type="http://schemas.openxmlformats.org/officeDocument/2006/relationships/image" Target="../media/image88.png"/><Relationship Id="rId14" Type="http://schemas.openxmlformats.org/officeDocument/2006/relationships/customXml" Target="../ink/ink94.xml"/><Relationship Id="rId22" Type="http://schemas.openxmlformats.org/officeDocument/2006/relationships/customXml" Target="../ink/ink98.xml"/><Relationship Id="rId27" Type="http://schemas.openxmlformats.org/officeDocument/2006/relationships/image" Target="../media/image97.png"/><Relationship Id="rId30" Type="http://schemas.openxmlformats.org/officeDocument/2006/relationships/customXml" Target="../ink/ink10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customXml" Target="../ink/ink106.xml"/><Relationship Id="rId13" Type="http://schemas.openxmlformats.org/officeDocument/2006/relationships/image" Target="../media/image105.png"/><Relationship Id="rId3" Type="http://schemas.openxmlformats.org/officeDocument/2006/relationships/image" Target="../media/image100.png"/><Relationship Id="rId7" Type="http://schemas.openxmlformats.org/officeDocument/2006/relationships/image" Target="../media/image102.png"/><Relationship Id="rId12" Type="http://schemas.openxmlformats.org/officeDocument/2006/relationships/customXml" Target="../ink/ink108.xml"/><Relationship Id="rId2" Type="http://schemas.openxmlformats.org/officeDocument/2006/relationships/customXml" Target="../ink/ink10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05.xml"/><Relationship Id="rId11" Type="http://schemas.openxmlformats.org/officeDocument/2006/relationships/image" Target="../media/image104.png"/><Relationship Id="rId5" Type="http://schemas.openxmlformats.org/officeDocument/2006/relationships/image" Target="../media/image101.png"/><Relationship Id="rId15" Type="http://schemas.openxmlformats.org/officeDocument/2006/relationships/image" Target="../media/image106.png"/><Relationship Id="rId10" Type="http://schemas.openxmlformats.org/officeDocument/2006/relationships/customXml" Target="../ink/ink107.xml"/><Relationship Id="rId4" Type="http://schemas.openxmlformats.org/officeDocument/2006/relationships/customXml" Target="../ink/ink104.xml"/><Relationship Id="rId9" Type="http://schemas.openxmlformats.org/officeDocument/2006/relationships/image" Target="../media/image103.png"/><Relationship Id="rId14" Type="http://schemas.openxmlformats.org/officeDocument/2006/relationships/customXml" Target="../ink/ink109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customXml" Target="../ink/ink113.xml"/><Relationship Id="rId3" Type="http://schemas.openxmlformats.org/officeDocument/2006/relationships/image" Target="../media/image107.png"/><Relationship Id="rId7" Type="http://schemas.openxmlformats.org/officeDocument/2006/relationships/image" Target="../media/image109.png"/><Relationship Id="rId2" Type="http://schemas.openxmlformats.org/officeDocument/2006/relationships/customXml" Target="../ink/ink110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12.xml"/><Relationship Id="rId11" Type="http://schemas.openxmlformats.org/officeDocument/2006/relationships/image" Target="../media/image111.png"/><Relationship Id="rId5" Type="http://schemas.openxmlformats.org/officeDocument/2006/relationships/image" Target="../media/image108.png"/><Relationship Id="rId10" Type="http://schemas.openxmlformats.org/officeDocument/2006/relationships/customXml" Target="../ink/ink114.xml"/><Relationship Id="rId4" Type="http://schemas.openxmlformats.org/officeDocument/2006/relationships/customXml" Target="../ink/ink111.xml"/><Relationship Id="rId9" Type="http://schemas.openxmlformats.org/officeDocument/2006/relationships/image" Target="../media/image1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Applets and Threading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08084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/>
              <a:t>An </a:t>
            </a:r>
            <a:r>
              <a:rPr lang="en-US" b="1" dirty="0"/>
              <a:t>applet</a:t>
            </a:r>
            <a:r>
              <a:rPr lang="en-US" dirty="0"/>
              <a:t> is a Java program that runs in a web browser and is embedded in an HTML page.</a:t>
            </a:r>
          </a:p>
          <a:p>
            <a:pPr algn="just"/>
            <a:r>
              <a:rPr lang="en-US" dirty="0"/>
              <a:t>It is designed for dynamic and interactive content in webpages. </a:t>
            </a:r>
          </a:p>
          <a:p>
            <a:pPr algn="just"/>
            <a:r>
              <a:rPr lang="en-US" dirty="0"/>
              <a:t>Unlike standalone Java applications, applets do not have a main() method and are controlled by the browser or applet viewer.</a:t>
            </a:r>
          </a:p>
          <a:p>
            <a:pPr algn="just"/>
            <a:r>
              <a:rPr lang="en-US" dirty="0"/>
              <a:t>An applet is a Java class that extends the </a:t>
            </a:r>
            <a:r>
              <a:rPr lang="en-US" dirty="0" err="1"/>
              <a:t>java.applet.Applet</a:t>
            </a:r>
            <a:r>
              <a:rPr lang="en-US" dirty="0"/>
              <a:t> class.</a:t>
            </a:r>
          </a:p>
          <a:p>
            <a:pPr algn="just"/>
            <a:r>
              <a:rPr lang="en-US" dirty="0"/>
              <a:t>When a user views an HTML page that contains an applet, the code for the applet is downloaded to the user's machine.</a:t>
            </a:r>
          </a:p>
          <a:p>
            <a:pPr algn="just"/>
            <a:r>
              <a:rPr lang="en-US" dirty="0"/>
              <a:t>A JVM is required to view an applet. The JVM can be either a plug-in of the Web browser or a separate runtime environment.</a:t>
            </a:r>
          </a:p>
          <a:p>
            <a:pPr algn="just"/>
            <a:endParaRPr lang="en-IN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0CB83B8-CE74-D99C-DDC5-7CB7535C084C}"/>
                  </a:ext>
                </a:extLst>
              </p14:cNvPr>
              <p14:cNvContentPartPr/>
              <p14:nvPr/>
            </p14:nvContentPartPr>
            <p14:xfrm>
              <a:off x="6513833" y="555825"/>
              <a:ext cx="360" cy="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0CB83B8-CE74-D99C-DDC5-7CB7535C084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423833" y="376185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C695222-48E9-4691-3C7A-4D0C4EB4D8E8}"/>
                  </a:ext>
                </a:extLst>
              </p14:cNvPr>
              <p14:cNvContentPartPr/>
              <p14:nvPr/>
            </p14:nvContentPartPr>
            <p14:xfrm>
              <a:off x="1244153" y="3327465"/>
              <a:ext cx="9993240" cy="838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C695222-48E9-4691-3C7A-4D0C4EB4D8E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54513" y="3147465"/>
                <a:ext cx="10172880" cy="44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00B59FC-BAA2-414B-A9C4-E2B20F9B7DD2}"/>
                  </a:ext>
                </a:extLst>
              </p14:cNvPr>
              <p14:cNvContentPartPr/>
              <p14:nvPr/>
            </p14:nvContentPartPr>
            <p14:xfrm>
              <a:off x="1187633" y="3647145"/>
              <a:ext cx="8344440" cy="763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00B59FC-BAA2-414B-A9C4-E2B20F9B7DD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97633" y="3467505"/>
                <a:ext cx="8524080" cy="43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8971C6F-A1F6-48C2-ADEA-16981637F1D3}"/>
                  </a:ext>
                </a:extLst>
              </p14:cNvPr>
              <p14:cNvContentPartPr/>
              <p14:nvPr/>
            </p14:nvContentPartPr>
            <p14:xfrm>
              <a:off x="9681113" y="3647865"/>
              <a:ext cx="360" cy="3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8971C6F-A1F6-48C2-ADEA-16981637F1D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91113" y="3468225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AA859DFA-DD10-E9BF-63FE-78987FF3F0D6}"/>
                  </a:ext>
                </a:extLst>
              </p14:cNvPr>
              <p14:cNvContentPartPr/>
              <p14:nvPr/>
            </p14:nvContentPartPr>
            <p14:xfrm>
              <a:off x="7117193" y="4118385"/>
              <a:ext cx="3490560" cy="4284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AA859DFA-DD10-E9BF-63FE-78987FF3F0D6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027193" y="3938385"/>
                <a:ext cx="3670200" cy="40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4D2703B8-D8A8-84CE-D9EB-0E307BEAE1CC}"/>
                  </a:ext>
                </a:extLst>
              </p14:cNvPr>
              <p14:cNvContentPartPr/>
              <p14:nvPr/>
            </p14:nvContentPartPr>
            <p14:xfrm>
              <a:off x="1206353" y="5371905"/>
              <a:ext cx="5365800" cy="4104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4D2703B8-D8A8-84CE-D9EB-0E307BEAE1C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116353" y="5192265"/>
                <a:ext cx="5545440" cy="400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196339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7291" y="226579"/>
            <a:ext cx="10515600" cy="540039"/>
          </a:xfrm>
        </p:spPr>
        <p:txBody>
          <a:bodyPr>
            <a:normAutofit fontScale="90000"/>
          </a:bodyPr>
          <a:lstStyle/>
          <a:p>
            <a:r>
              <a:rPr lang="en-IN" dirty="0"/>
              <a:t>Java Application vs Applet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70082081"/>
              </p:ext>
            </p:extLst>
          </p:nvPr>
        </p:nvGraphicFramePr>
        <p:xfrm>
          <a:off x="838200" y="1562894"/>
          <a:ext cx="10515600" cy="5029200"/>
        </p:xfrm>
        <a:graphic>
          <a:graphicData uri="http://schemas.openxmlformats.org/drawingml/2006/table">
            <a:tbl>
              <a:tblPr/>
              <a:tblGrid>
                <a:gridCol w="1812636">
                  <a:extLst>
                    <a:ext uri="{9D8B030D-6E8A-4147-A177-3AD203B41FA5}">
                      <a16:colId xmlns:a16="http://schemas.microsoft.com/office/drawing/2014/main" val="942900826"/>
                    </a:ext>
                  </a:extLst>
                </a:gridCol>
                <a:gridCol w="3999346">
                  <a:extLst>
                    <a:ext uri="{9D8B030D-6E8A-4147-A177-3AD203B41FA5}">
                      <a16:colId xmlns:a16="http://schemas.microsoft.com/office/drawing/2014/main" val="2356211871"/>
                    </a:ext>
                  </a:extLst>
                </a:gridCol>
                <a:gridCol w="4703618">
                  <a:extLst>
                    <a:ext uri="{9D8B030D-6E8A-4147-A177-3AD203B41FA5}">
                      <a16:colId xmlns:a16="http://schemas.microsoft.com/office/drawing/2014/main" val="30655396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2400" b="1" dirty="0"/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Java Application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Java Applet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400040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 b="1"/>
                        <a:t>Execution</a:t>
                      </a:r>
                      <a:endParaRPr lang="en-IN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Runs with main() method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Runs inside a web browser or applet viewer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907201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 b="1"/>
                        <a:t>Environment</a:t>
                      </a:r>
                      <a:endParaRPr lang="en-IN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Standalone program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Embedded in HTML or launched via viewer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815003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 b="1"/>
                        <a:t>Security</a:t>
                      </a:r>
                      <a:endParaRPr lang="en-IN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Has full access to system resources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Runs in a sandbox (limited permissions)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756149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 b="1"/>
                        <a:t>User Interface</a:t>
                      </a:r>
                      <a:endParaRPr lang="en-IN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Typically uses command-line or GUI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Must use AWT/Swing for UI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69169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 b="1"/>
                        <a:t>File Access</a:t>
                      </a:r>
                      <a:endParaRPr lang="en-IN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Can read/write files freely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Limited file access for security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263666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 b="1"/>
                        <a:t>Network Access</a:t>
                      </a:r>
                      <a:endParaRPr lang="en-IN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Full access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Can only connect to the host it was loaded from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1941427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88DAF8A-F225-D9C3-6E0E-CAD5ECA217A6}"/>
                  </a:ext>
                </a:extLst>
              </p14:cNvPr>
              <p14:cNvContentPartPr/>
              <p14:nvPr/>
            </p14:nvContentPartPr>
            <p14:xfrm>
              <a:off x="2158553" y="1112025"/>
              <a:ext cx="360" cy="3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88DAF8A-F225-D9C3-6E0E-CAD5ECA217A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68553" y="932385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AA8E853-3800-97D1-8790-4AC8ED40B201}"/>
                  </a:ext>
                </a:extLst>
              </p14:cNvPr>
              <p14:cNvContentPartPr/>
              <p14:nvPr/>
            </p14:nvContentPartPr>
            <p14:xfrm>
              <a:off x="961193" y="2411625"/>
              <a:ext cx="1159200" cy="867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AA8E853-3800-97D1-8790-4AC8ED40B20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71553" y="2231985"/>
                <a:ext cx="1338840" cy="44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404BF20D-A627-65B5-E5B4-49A69D9E6F90}"/>
                  </a:ext>
                </a:extLst>
              </p14:cNvPr>
              <p14:cNvContentPartPr/>
              <p14:nvPr/>
            </p14:nvContentPartPr>
            <p14:xfrm>
              <a:off x="961193" y="3229545"/>
              <a:ext cx="1353600" cy="792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404BF20D-A627-65B5-E5B4-49A69D9E6F9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71553" y="3049905"/>
                <a:ext cx="1533240" cy="43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2BA7F8CB-AC7D-0925-CBFE-6CA92C576088}"/>
                  </a:ext>
                </a:extLst>
              </p14:cNvPr>
              <p14:cNvContentPartPr/>
              <p14:nvPr/>
            </p14:nvContentPartPr>
            <p14:xfrm>
              <a:off x="895313" y="4072305"/>
              <a:ext cx="1083240" cy="187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2BA7F8CB-AC7D-0925-CBFE-6CA92C57608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05673" y="3892665"/>
                <a:ext cx="1262880" cy="37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064D4C14-C0D0-2607-DB73-BC4724F7A310}"/>
                  </a:ext>
                </a:extLst>
              </p14:cNvPr>
              <p14:cNvContentPartPr/>
              <p14:nvPr/>
            </p14:nvContentPartPr>
            <p14:xfrm>
              <a:off x="942473" y="4731825"/>
              <a:ext cx="584280" cy="399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064D4C14-C0D0-2607-DB73-BC4724F7A31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52833" y="4552185"/>
                <a:ext cx="763920" cy="39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4C39679E-6ED5-D194-7152-176580EB8BDF}"/>
                  </a:ext>
                </a:extLst>
              </p14:cNvPr>
              <p14:cNvContentPartPr/>
              <p14:nvPr/>
            </p14:nvContentPartPr>
            <p14:xfrm>
              <a:off x="999353" y="5029905"/>
              <a:ext cx="1041840" cy="7020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4C39679E-6ED5-D194-7152-176580EB8BDF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09353" y="4850265"/>
                <a:ext cx="1221480" cy="42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29C1DA33-533A-BA06-0AD3-A38771DD71DE}"/>
                  </a:ext>
                </a:extLst>
              </p14:cNvPr>
              <p14:cNvContentPartPr/>
              <p14:nvPr/>
            </p14:nvContentPartPr>
            <p14:xfrm>
              <a:off x="979913" y="5444985"/>
              <a:ext cx="1080720" cy="17388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29C1DA33-533A-BA06-0AD3-A38771DD71DE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90273" y="5264985"/>
                <a:ext cx="1260360" cy="53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6E0C139B-7E56-D5BE-6D52-D6158C880114}"/>
                  </a:ext>
                </a:extLst>
              </p14:cNvPr>
              <p14:cNvContentPartPr/>
              <p14:nvPr/>
            </p14:nvContentPartPr>
            <p14:xfrm>
              <a:off x="999353" y="6051945"/>
              <a:ext cx="857880" cy="3816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6E0C139B-7E56-D5BE-6D52-D6158C880114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09353" y="5872305"/>
                <a:ext cx="1037520" cy="39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8C48165C-582C-A59C-C7A0-AE2EC7832C00}"/>
                  </a:ext>
                </a:extLst>
              </p14:cNvPr>
              <p14:cNvContentPartPr/>
              <p14:nvPr/>
            </p14:nvContentPartPr>
            <p14:xfrm>
              <a:off x="933473" y="6443625"/>
              <a:ext cx="796680" cy="4212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8C48165C-582C-A59C-C7A0-AE2EC7832C00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43473" y="6263985"/>
                <a:ext cx="976320" cy="401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60853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38439"/>
          </a:xfrm>
        </p:spPr>
        <p:txBody>
          <a:bodyPr>
            <a:normAutofit fontScale="90000"/>
          </a:bodyPr>
          <a:lstStyle/>
          <a:p>
            <a:r>
              <a:rPr lang="en-IN" dirty="0"/>
              <a:t>Applet Life 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62181"/>
            <a:ext cx="10515600" cy="5114781"/>
          </a:xfrm>
        </p:spPr>
        <p:txBody>
          <a:bodyPr>
            <a:normAutofit/>
          </a:bodyPr>
          <a:lstStyle/>
          <a:p>
            <a:r>
              <a:rPr lang="en-US" sz="2000" dirty="0"/>
              <a:t>Java Applets go through a </a:t>
            </a:r>
            <a:r>
              <a:rPr lang="en-US" sz="2000" b="1" dirty="0"/>
              <a:t>well-defined life cycle</a:t>
            </a:r>
            <a:r>
              <a:rPr lang="en-US" sz="2000" dirty="0"/>
              <a:t>, which is managed by the browser or applet viewer.</a:t>
            </a:r>
          </a:p>
          <a:p>
            <a:r>
              <a:rPr lang="en-IN" sz="2000" dirty="0"/>
              <a:t>Life Cycle Methods:</a:t>
            </a:r>
          </a:p>
          <a:p>
            <a:endParaRPr lang="en-IN" sz="2000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838200" y="2333685"/>
            <a:ext cx="10825017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init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Called once when the applet is first loaded.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Used for initialization tasks</a:t>
            </a:r>
            <a:r>
              <a:rPr kumimoji="0" lang="en-US" altLang="en-US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</a:rPr>
              <a:t> and loading the resources.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start()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Called every time the applet becomes active or visible.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Used to start or resume operations like animations.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paint(Graphics g)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Called to draw the applet's output on the screen.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Automatically called after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init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 and start().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stop()</a:t>
            </a: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Called when the applet is no longer visible.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Used to suspend activities (like threads).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destroy()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Called when the applet is removed completely from memory.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Used for cleanup tasks.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E8AE692-527C-F602-BF09-358094E6DC3A}"/>
                  </a:ext>
                </a:extLst>
              </p14:cNvPr>
              <p14:cNvContentPartPr/>
              <p14:nvPr/>
            </p14:nvContentPartPr>
            <p14:xfrm>
              <a:off x="1216073" y="1922745"/>
              <a:ext cx="1865520" cy="666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E8AE692-527C-F602-BF09-358094E6DC3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26433" y="1742745"/>
                <a:ext cx="2045160" cy="42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95CD73D-FA65-BFB6-FC40-9ADED11D59F3}"/>
                  </a:ext>
                </a:extLst>
              </p14:cNvPr>
              <p14:cNvContentPartPr/>
              <p14:nvPr/>
            </p14:nvContentPartPr>
            <p14:xfrm>
              <a:off x="1847513" y="3129105"/>
              <a:ext cx="1592280" cy="288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95CD73D-FA65-BFB6-FC40-9ADED11D59F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757873" y="2949465"/>
                <a:ext cx="1771920" cy="38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00E8C79-9778-A8EB-4EC1-C052E68F6BA3}"/>
                  </a:ext>
                </a:extLst>
              </p14:cNvPr>
              <p14:cNvContentPartPr/>
              <p14:nvPr/>
            </p14:nvContentPartPr>
            <p14:xfrm>
              <a:off x="3968273" y="3081585"/>
              <a:ext cx="2455920" cy="1242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00E8C79-9778-A8EB-4EC1-C052E68F6BA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878633" y="2901945"/>
                <a:ext cx="2635560" cy="48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CBEF0A7B-B596-41DF-5B8D-4480E445398F}"/>
                  </a:ext>
                </a:extLst>
              </p14:cNvPr>
              <p14:cNvContentPartPr/>
              <p14:nvPr/>
            </p14:nvContentPartPr>
            <p14:xfrm>
              <a:off x="1112393" y="3655785"/>
              <a:ext cx="4820400" cy="3132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CBEF0A7B-B596-41DF-5B8D-4480E445398F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22393" y="3475785"/>
                <a:ext cx="5000040" cy="39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C836DBAC-D7DC-2F4D-E2F8-13941D4CE5E3}"/>
                  </a:ext>
                </a:extLst>
              </p14:cNvPr>
              <p14:cNvContentPartPr/>
              <p14:nvPr/>
            </p14:nvContentPartPr>
            <p14:xfrm>
              <a:off x="1140473" y="3874305"/>
              <a:ext cx="4348440" cy="9504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C836DBAC-D7DC-2F4D-E2F8-13941D4CE5E3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050473" y="3694305"/>
                <a:ext cx="4528080" cy="45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F879B914-EBFE-6714-7231-DCC11A633DC3}"/>
                  </a:ext>
                </a:extLst>
              </p14:cNvPr>
              <p14:cNvContentPartPr/>
              <p14:nvPr/>
            </p14:nvContentPartPr>
            <p14:xfrm>
              <a:off x="1011233" y="4486305"/>
              <a:ext cx="4518720" cy="25704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F879B914-EBFE-6714-7231-DCC11A633DC3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921593" y="4306305"/>
                <a:ext cx="4698360" cy="61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5AD2CEA5-A8A7-13C5-D7E6-ACB92EFAD4FE}"/>
                  </a:ext>
                </a:extLst>
              </p14:cNvPr>
              <p14:cNvContentPartPr/>
              <p14:nvPr/>
            </p14:nvContentPartPr>
            <p14:xfrm>
              <a:off x="2290673" y="5193345"/>
              <a:ext cx="3071160" cy="14256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5AD2CEA5-A8A7-13C5-D7E6-ACB92EFAD4FE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201033" y="5013705"/>
                <a:ext cx="3250800" cy="50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2D2D7A95-E3C1-F8EB-CEF9-7772B248722A}"/>
                  </a:ext>
                </a:extLst>
              </p14:cNvPr>
              <p14:cNvContentPartPr/>
              <p14:nvPr/>
            </p14:nvContentPartPr>
            <p14:xfrm>
              <a:off x="1866233" y="5589705"/>
              <a:ext cx="3337920" cy="72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2D2D7A95-E3C1-F8EB-CEF9-7772B248722A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776233" y="5229705"/>
                <a:ext cx="3517560" cy="72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C6561B6-4ED8-49D3-0085-4DA452A587E2}"/>
                  </a:ext>
                </a:extLst>
              </p14:cNvPr>
              <p14:cNvContentPartPr/>
              <p14:nvPr/>
            </p14:nvContentPartPr>
            <p14:xfrm>
              <a:off x="1187633" y="6050865"/>
              <a:ext cx="5397840" cy="11700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C6561B6-4ED8-49D3-0085-4DA452A587E2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097633" y="5870865"/>
                <a:ext cx="5577480" cy="47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DC1D9431-3922-3F33-B1BA-B881BC801E18}"/>
                  </a:ext>
                </a:extLst>
              </p14:cNvPr>
              <p14:cNvContentPartPr/>
              <p14:nvPr/>
            </p14:nvContentPartPr>
            <p14:xfrm>
              <a:off x="1131113" y="6323745"/>
              <a:ext cx="2601360" cy="11520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DC1D9431-3922-3F33-B1BA-B881BC801E18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041113" y="6143745"/>
                <a:ext cx="2781000" cy="474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621571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Working with Applets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690420" y="1690688"/>
            <a:ext cx="10476907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 create and use an applet in Java: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Extend the Applet class.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Override lifecycle methods: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init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(), start(), paint(), etc.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Compile the Java file.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Embed the applet in an HTML file using the &lt;applet&gt; tag or use an applet viewer.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8200" y="3841993"/>
            <a:ext cx="6096000" cy="255454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2000" dirty="0"/>
              <a:t>import </a:t>
            </a:r>
            <a:r>
              <a:rPr lang="en-IN" sz="2000" dirty="0" err="1"/>
              <a:t>java.applet.Applet</a:t>
            </a:r>
            <a:r>
              <a:rPr lang="en-IN" sz="2000" dirty="0"/>
              <a:t>;</a:t>
            </a:r>
          </a:p>
          <a:p>
            <a:r>
              <a:rPr lang="en-IN" sz="2000" dirty="0"/>
              <a:t>import </a:t>
            </a:r>
            <a:r>
              <a:rPr lang="en-IN" sz="2000" dirty="0" err="1"/>
              <a:t>java.awt.Graphics</a:t>
            </a:r>
            <a:r>
              <a:rPr lang="en-IN" sz="2000" dirty="0"/>
              <a:t>;</a:t>
            </a:r>
          </a:p>
          <a:p>
            <a:endParaRPr lang="en-IN" sz="2000" dirty="0"/>
          </a:p>
          <a:p>
            <a:r>
              <a:rPr lang="en-IN" sz="2000" dirty="0"/>
              <a:t>public class </a:t>
            </a:r>
            <a:r>
              <a:rPr lang="en-IN" sz="2000" dirty="0" err="1"/>
              <a:t>HelloApplet</a:t>
            </a:r>
            <a:r>
              <a:rPr lang="en-IN" sz="2000" dirty="0"/>
              <a:t> extends Applet {</a:t>
            </a:r>
          </a:p>
          <a:p>
            <a:r>
              <a:rPr lang="en-IN" sz="2000" dirty="0"/>
              <a:t>    public void paint(Graphics g) {</a:t>
            </a:r>
          </a:p>
          <a:p>
            <a:r>
              <a:rPr lang="en-IN" sz="2000" dirty="0"/>
              <a:t>        </a:t>
            </a:r>
            <a:r>
              <a:rPr lang="en-IN" sz="2000" dirty="0" err="1"/>
              <a:t>g.drawString</a:t>
            </a:r>
            <a:r>
              <a:rPr lang="en-IN" sz="2000" dirty="0"/>
              <a:t>("Hello, Applet!", 50, 50);</a:t>
            </a:r>
          </a:p>
          <a:p>
            <a:r>
              <a:rPr lang="en-IN" sz="2000" dirty="0"/>
              <a:t>    }</a:t>
            </a:r>
          </a:p>
          <a:p>
            <a:r>
              <a:rPr lang="en-IN" sz="2000" dirty="0"/>
              <a:t>}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5B183F4-90E7-79BD-33B7-17FEA866BCFC}"/>
                  </a:ext>
                </a:extLst>
              </p14:cNvPr>
              <p14:cNvContentPartPr/>
              <p14:nvPr/>
            </p14:nvContentPartPr>
            <p14:xfrm>
              <a:off x="942473" y="4014345"/>
              <a:ext cx="3417840" cy="687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5B183F4-90E7-79BD-33B7-17FEA866BCF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52833" y="3834345"/>
                <a:ext cx="3597480" cy="428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968023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HTML &lt;APPLET&gt; Tag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&lt;APPLET&gt; tag is used in HTML to embed a Java applet:</a:t>
            </a:r>
          </a:p>
          <a:p>
            <a:pPr marL="457200" lvl="1" indent="0">
              <a:buNone/>
            </a:pPr>
            <a:r>
              <a:rPr lang="en-US" dirty="0"/>
              <a:t>&lt;applet code="</a:t>
            </a:r>
            <a:r>
              <a:rPr lang="en-US" dirty="0" err="1"/>
              <a:t>HelloApplet.class</a:t>
            </a:r>
            <a:r>
              <a:rPr lang="en-US" dirty="0"/>
              <a:t>" width="300" height="150"&gt;</a:t>
            </a:r>
          </a:p>
          <a:p>
            <a:pPr marL="457200" lvl="1" indent="0">
              <a:buNone/>
            </a:pPr>
            <a:r>
              <a:rPr lang="en-US" dirty="0"/>
              <a:t>Your browser does not support Java applets.</a:t>
            </a:r>
          </a:p>
          <a:p>
            <a:pPr marL="457200" lvl="1" indent="0">
              <a:buNone/>
            </a:pPr>
            <a:r>
              <a:rPr lang="en-US" dirty="0"/>
              <a:t>&lt;/applet&gt;</a:t>
            </a:r>
          </a:p>
          <a:p>
            <a:r>
              <a:rPr lang="en-US" dirty="0"/>
              <a:t>Attributes:</a:t>
            </a:r>
          </a:p>
          <a:p>
            <a:r>
              <a:rPr lang="en-US" dirty="0"/>
              <a:t>code: Name of the .class file</a:t>
            </a:r>
          </a:p>
          <a:p>
            <a:r>
              <a:rPr lang="en-US" dirty="0"/>
              <a:t>width and height: Dimensions of the display area</a:t>
            </a:r>
            <a:endParaRPr lang="en-IN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339492E-5427-FFB2-25A0-D1CFF7955038}"/>
                  </a:ext>
                </a:extLst>
              </p14:cNvPr>
              <p14:cNvContentPartPr/>
              <p14:nvPr/>
            </p14:nvContentPartPr>
            <p14:xfrm>
              <a:off x="1346753" y="2450505"/>
              <a:ext cx="7805520" cy="8377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339492E-5427-FFB2-25A0-D1CFF795503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57113" y="2270505"/>
                <a:ext cx="7985160" cy="1197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485103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9655" y="150118"/>
            <a:ext cx="10515600" cy="736573"/>
          </a:xfrm>
        </p:spPr>
        <p:txBody>
          <a:bodyPr/>
          <a:lstStyle/>
          <a:p>
            <a:r>
              <a:rPr lang="en-IN" dirty="0" err="1"/>
              <a:t>java.applet</a:t>
            </a:r>
            <a:r>
              <a:rPr lang="en-IN" dirty="0"/>
              <a:t> Package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6528" y="1012824"/>
            <a:ext cx="10515600" cy="4351338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java.applet</a:t>
            </a:r>
            <a:r>
              <a:rPr lang="en-US" dirty="0"/>
              <a:t> package contains classes necessary for creating applets.</a:t>
            </a:r>
          </a:p>
          <a:p>
            <a:r>
              <a:rPr lang="en-US" dirty="0"/>
              <a:t>Key Classes:</a:t>
            </a:r>
          </a:p>
          <a:p>
            <a:r>
              <a:rPr lang="en-US" dirty="0"/>
              <a:t>Applet: The main class used to create applets; contains the lifecycle methods.</a:t>
            </a:r>
            <a:endParaRPr lang="en-IN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8997248"/>
              </p:ext>
            </p:extLst>
          </p:nvPr>
        </p:nvGraphicFramePr>
        <p:xfrm>
          <a:off x="699655" y="3350131"/>
          <a:ext cx="10515600" cy="3200400"/>
        </p:xfrm>
        <a:graphic>
          <a:graphicData uri="http://schemas.openxmlformats.org/drawingml/2006/table">
            <a:tbl>
              <a:tblPr/>
              <a:tblGrid>
                <a:gridCol w="2764905">
                  <a:extLst>
                    <a:ext uri="{9D8B030D-6E8A-4147-A177-3AD203B41FA5}">
                      <a16:colId xmlns:a16="http://schemas.microsoft.com/office/drawing/2014/main" val="2881360847"/>
                    </a:ext>
                  </a:extLst>
                </a:gridCol>
                <a:gridCol w="7750695">
                  <a:extLst>
                    <a:ext uri="{9D8B030D-6E8A-4147-A177-3AD203B41FA5}">
                      <a16:colId xmlns:a16="http://schemas.microsoft.com/office/drawing/2014/main" val="38833776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2400" b="1" dirty="0"/>
                        <a:t>Method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792366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 dirty="0" err="1"/>
                        <a:t>init</a:t>
                      </a:r>
                      <a:r>
                        <a:rPr lang="en-IN" sz="2400" dirty="0"/>
                        <a:t>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Initialization logic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12641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/>
                        <a:t>start()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Resume execution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526096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/>
                        <a:t>stop()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Pause execution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13887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/>
                        <a:t>destroy()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Cleanup before applet unloads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694355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/>
                        <a:t>getParameter()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Reads parameters from the HTML &lt;</a:t>
                      </a:r>
                      <a:r>
                        <a:rPr lang="en-US" sz="2400" dirty="0" err="1"/>
                        <a:t>param</a:t>
                      </a:r>
                      <a:r>
                        <a:rPr lang="en-US" sz="2400" dirty="0"/>
                        <a:t>&gt; tag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730477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/>
                        <a:t>showStatus()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Displays messages in the browser’s status bar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1122899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BE9DB67-9B77-D3FC-0E40-7B9419247D1C}"/>
                  </a:ext>
                </a:extLst>
              </p14:cNvPr>
              <p14:cNvContentPartPr/>
              <p14:nvPr/>
            </p14:nvContentPartPr>
            <p14:xfrm>
              <a:off x="1574273" y="1233705"/>
              <a:ext cx="2757960" cy="241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BE9DB67-9B77-D3FC-0E40-7B9419247D1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84273" y="1054065"/>
                <a:ext cx="2937600" cy="383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164370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Drawing and Graphics in Applets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paint(Graphics g) method allows drawing on the applet window. You can use it to render text, shapes, and images.</a:t>
            </a:r>
          </a:p>
          <a:p>
            <a:r>
              <a:rPr lang="en-IN" dirty="0"/>
              <a:t>Common Graphics Methods:</a:t>
            </a:r>
          </a:p>
          <a:p>
            <a:endParaRPr lang="en-IN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4282507"/>
              </p:ext>
            </p:extLst>
          </p:nvPr>
        </p:nvGraphicFramePr>
        <p:xfrm>
          <a:off x="838200" y="3513616"/>
          <a:ext cx="7452360" cy="2663346"/>
        </p:xfrm>
        <a:graphic>
          <a:graphicData uri="http://schemas.openxmlformats.org/drawingml/2006/table">
            <a:tbl>
              <a:tblPr/>
              <a:tblGrid>
                <a:gridCol w="3388360">
                  <a:extLst>
                    <a:ext uri="{9D8B030D-6E8A-4147-A177-3AD203B41FA5}">
                      <a16:colId xmlns:a16="http://schemas.microsoft.com/office/drawing/2014/main" val="361857475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742862056"/>
                    </a:ext>
                  </a:extLst>
                </a:gridCol>
              </a:tblGrid>
              <a:tr h="380478">
                <a:tc>
                  <a:txBody>
                    <a:bodyPr/>
                    <a:lstStyle/>
                    <a:p>
                      <a:r>
                        <a:rPr lang="en-IN" b="1" dirty="0"/>
                        <a:t>Method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365397"/>
                  </a:ext>
                </a:extLst>
              </a:tr>
              <a:tr h="380478">
                <a:tc>
                  <a:txBody>
                    <a:bodyPr/>
                    <a:lstStyle/>
                    <a:p>
                      <a:r>
                        <a:rPr lang="en-IN"/>
                        <a:t>drawString(String, x, y)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Draws text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2025194"/>
                  </a:ext>
                </a:extLst>
              </a:tr>
              <a:tr h="380478">
                <a:tc>
                  <a:txBody>
                    <a:bodyPr/>
                    <a:lstStyle/>
                    <a:p>
                      <a:r>
                        <a:rPr lang="en-IN"/>
                        <a:t>drawLine(x1, y1, x2, y2)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Draws a line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3601185"/>
                  </a:ext>
                </a:extLst>
              </a:tr>
              <a:tr h="380478">
                <a:tc>
                  <a:txBody>
                    <a:bodyPr/>
                    <a:lstStyle/>
                    <a:p>
                      <a:r>
                        <a:rPr lang="en-IN"/>
                        <a:t>drawRect(x, y, w, h)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Draws a rectangle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5419197"/>
                  </a:ext>
                </a:extLst>
              </a:tr>
              <a:tr h="380478">
                <a:tc>
                  <a:txBody>
                    <a:bodyPr/>
                    <a:lstStyle/>
                    <a:p>
                      <a:r>
                        <a:rPr lang="en-IN"/>
                        <a:t>drawOval(x, y, w, h)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Draws an oval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7802840"/>
                  </a:ext>
                </a:extLst>
              </a:tr>
              <a:tr h="380478">
                <a:tc>
                  <a:txBody>
                    <a:bodyPr/>
                    <a:lstStyle/>
                    <a:p>
                      <a:r>
                        <a:rPr lang="en-IN"/>
                        <a:t>setColor(Color c)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Sets the drawing </a:t>
                      </a:r>
                      <a:r>
                        <a:rPr lang="en-IN" dirty="0" err="1"/>
                        <a:t>color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0976784"/>
                  </a:ext>
                </a:extLst>
              </a:tr>
              <a:tr h="380478">
                <a:tc>
                  <a:txBody>
                    <a:bodyPr/>
                    <a:lstStyle/>
                    <a:p>
                      <a:r>
                        <a:rPr lang="en-IN"/>
                        <a:t>setFont(Font f)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Sets the font for text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0975978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F383F58-795B-5DAA-C89E-E869374B9229}"/>
                  </a:ext>
                </a:extLst>
              </p14:cNvPr>
              <p14:cNvContentPartPr/>
              <p14:nvPr/>
            </p14:nvContentPartPr>
            <p14:xfrm>
              <a:off x="923393" y="1018065"/>
              <a:ext cx="5869080" cy="2739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F383F58-795B-5DAA-C89E-E869374B922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33753" y="838425"/>
                <a:ext cx="6048720" cy="63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06F7423A-9EDE-2E5C-6E22-BAF5F6129B70}"/>
                  </a:ext>
                </a:extLst>
              </p14:cNvPr>
              <p14:cNvContentPartPr/>
              <p14:nvPr/>
            </p14:nvContentPartPr>
            <p14:xfrm>
              <a:off x="1319393" y="2073585"/>
              <a:ext cx="518400" cy="3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06F7423A-9EDE-2E5C-6E22-BAF5F6129B7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29753" y="1893945"/>
                <a:ext cx="69804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3DF7797-33D8-FBAC-6EBE-D2F0AA53E431}"/>
                  </a:ext>
                </a:extLst>
              </p14:cNvPr>
              <p14:cNvContentPartPr/>
              <p14:nvPr/>
            </p14:nvContentPartPr>
            <p14:xfrm>
              <a:off x="942473" y="4870065"/>
              <a:ext cx="1740240" cy="39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3DF7797-33D8-FBAC-6EBE-D2F0AA53E43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52833" y="4690065"/>
                <a:ext cx="1919880" cy="36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81C4D080-A631-C7B7-6EE2-7CB76250AE67}"/>
                  </a:ext>
                </a:extLst>
              </p14:cNvPr>
              <p14:cNvContentPartPr/>
              <p14:nvPr/>
            </p14:nvContentPartPr>
            <p14:xfrm>
              <a:off x="1027433" y="4458585"/>
              <a:ext cx="1969920" cy="856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81C4D080-A631-C7B7-6EE2-7CB76250AE6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37433" y="4278585"/>
                <a:ext cx="2149560" cy="44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310593E0-D6F9-2E82-E98E-55C88599DBE2}"/>
                  </a:ext>
                </a:extLst>
              </p14:cNvPr>
              <p14:cNvContentPartPr/>
              <p14:nvPr/>
            </p14:nvContentPartPr>
            <p14:xfrm>
              <a:off x="923393" y="5171385"/>
              <a:ext cx="1014120" cy="5148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310593E0-D6F9-2E82-E98E-55C88599DBE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33753" y="4991385"/>
                <a:ext cx="1193760" cy="41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667816FF-8C35-DE8C-423C-4551C20FBE47}"/>
                  </a:ext>
                </a:extLst>
              </p14:cNvPr>
              <p14:cNvContentPartPr/>
              <p14:nvPr/>
            </p14:nvContentPartPr>
            <p14:xfrm>
              <a:off x="1979273" y="5212425"/>
              <a:ext cx="869400" cy="3888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667816FF-8C35-DE8C-423C-4551C20FBE4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889633" y="5032425"/>
                <a:ext cx="1049040" cy="39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D4379EE8-B0E9-88F3-8C2D-B5D55FF23FCE}"/>
                  </a:ext>
                </a:extLst>
              </p14:cNvPr>
              <p14:cNvContentPartPr/>
              <p14:nvPr/>
            </p14:nvContentPartPr>
            <p14:xfrm>
              <a:off x="923393" y="5609145"/>
              <a:ext cx="1366920" cy="11376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D4379EE8-B0E9-88F3-8C2D-B5D55FF23FCE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33753" y="5429505"/>
                <a:ext cx="1546560" cy="47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DBB2BF10-C4E1-D8F4-6C88-F9AC2230DA75}"/>
                  </a:ext>
                </a:extLst>
              </p14:cNvPr>
              <p14:cNvContentPartPr/>
              <p14:nvPr/>
            </p14:nvContentPartPr>
            <p14:xfrm>
              <a:off x="979913" y="6042225"/>
              <a:ext cx="1367280" cy="7632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DBB2BF10-C4E1-D8F4-6C88-F9AC2230DA75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90273" y="5862225"/>
                <a:ext cx="1546920" cy="435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226034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080" y="161925"/>
            <a:ext cx="10515600" cy="437515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1160" y="738505"/>
            <a:ext cx="936244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800" dirty="0"/>
              <a:t>import </a:t>
            </a:r>
            <a:r>
              <a:rPr lang="en-IN" sz="1800" dirty="0" err="1"/>
              <a:t>java.applet.Applet</a:t>
            </a:r>
            <a:r>
              <a:rPr lang="en-IN" sz="1800" dirty="0"/>
              <a:t>;</a:t>
            </a:r>
          </a:p>
          <a:p>
            <a:pPr marL="0" indent="0">
              <a:buNone/>
            </a:pPr>
            <a:r>
              <a:rPr lang="en-IN" sz="1800" dirty="0"/>
              <a:t>import </a:t>
            </a:r>
            <a:r>
              <a:rPr lang="en-IN" sz="1800" dirty="0" err="1"/>
              <a:t>java.awt</a:t>
            </a:r>
            <a:r>
              <a:rPr lang="en-IN" sz="1800" dirty="0"/>
              <a:t>.*;</a:t>
            </a:r>
          </a:p>
          <a:p>
            <a:pPr marL="0" indent="0">
              <a:buNone/>
            </a:pPr>
            <a:r>
              <a:rPr lang="en-IN" sz="1800" dirty="0"/>
              <a:t>/*</a:t>
            </a:r>
          </a:p>
          <a:p>
            <a:pPr marL="0" indent="0">
              <a:buNone/>
            </a:pPr>
            <a:r>
              <a:rPr lang="en-IN" sz="1800" dirty="0"/>
              <a:t>&lt;applet code="</a:t>
            </a:r>
            <a:r>
              <a:rPr lang="en-IN" sz="1800" dirty="0" err="1"/>
              <a:t>SimpleGraphicsApplet.class</a:t>
            </a:r>
            <a:r>
              <a:rPr lang="en-IN" sz="1800" dirty="0"/>
              <a:t>" width="300" height="200"&gt;</a:t>
            </a:r>
          </a:p>
          <a:p>
            <a:pPr marL="0" indent="0">
              <a:buNone/>
            </a:pPr>
            <a:r>
              <a:rPr lang="en-IN" sz="1800" dirty="0"/>
              <a:t>&lt;/applet&gt;</a:t>
            </a:r>
          </a:p>
          <a:p>
            <a:pPr marL="0" indent="0">
              <a:buNone/>
            </a:pPr>
            <a:r>
              <a:rPr lang="en-IN" sz="1800" dirty="0"/>
              <a:t>*/</a:t>
            </a:r>
          </a:p>
          <a:p>
            <a:pPr marL="0" indent="0">
              <a:buNone/>
            </a:pPr>
            <a:r>
              <a:rPr lang="en-IN" sz="1800" dirty="0"/>
              <a:t>public class </a:t>
            </a:r>
            <a:r>
              <a:rPr lang="en-IN" sz="1800" dirty="0" err="1"/>
              <a:t>SimpleGraphicsApplet</a:t>
            </a:r>
            <a:r>
              <a:rPr lang="en-IN" sz="1800" dirty="0"/>
              <a:t> extends Applet {</a:t>
            </a:r>
          </a:p>
          <a:p>
            <a:pPr marL="0" indent="0">
              <a:buNone/>
            </a:pPr>
            <a:r>
              <a:rPr lang="en-IN" sz="1800" dirty="0"/>
              <a:t>    public void paint(Graphics g) {</a:t>
            </a:r>
          </a:p>
          <a:p>
            <a:pPr marL="0" indent="0">
              <a:buNone/>
            </a:pPr>
            <a:r>
              <a:rPr lang="en-IN" sz="1800" dirty="0"/>
              <a:t>        </a:t>
            </a:r>
            <a:r>
              <a:rPr lang="en-IN" sz="1800" dirty="0" err="1"/>
              <a:t>g.setColor</a:t>
            </a:r>
            <a:r>
              <a:rPr lang="en-IN" sz="1800" dirty="0"/>
              <a:t>(</a:t>
            </a:r>
            <a:r>
              <a:rPr lang="en-IN" sz="1800" dirty="0" err="1"/>
              <a:t>Color.BLUE</a:t>
            </a:r>
            <a:r>
              <a:rPr lang="en-IN" sz="1800" dirty="0"/>
              <a:t>);</a:t>
            </a:r>
          </a:p>
          <a:p>
            <a:pPr marL="0" indent="0">
              <a:buNone/>
            </a:pPr>
            <a:r>
              <a:rPr lang="en-IN" sz="1800" dirty="0"/>
              <a:t>        </a:t>
            </a:r>
            <a:r>
              <a:rPr lang="en-IN" sz="1800" dirty="0" err="1"/>
              <a:t>g.drawString</a:t>
            </a:r>
            <a:r>
              <a:rPr lang="en-IN" sz="1800" dirty="0"/>
              <a:t>("Welcome to Java Applets!", 50, 30);</a:t>
            </a:r>
          </a:p>
          <a:p>
            <a:pPr marL="0" indent="0">
              <a:buNone/>
            </a:pPr>
            <a:r>
              <a:rPr lang="en-IN" sz="1800" dirty="0"/>
              <a:t>        </a:t>
            </a:r>
            <a:r>
              <a:rPr lang="en-IN" sz="1800" dirty="0" err="1"/>
              <a:t>g.drawRect</a:t>
            </a:r>
            <a:r>
              <a:rPr lang="en-IN" sz="1800" dirty="0"/>
              <a:t>(40, 50, 100, 50);</a:t>
            </a:r>
          </a:p>
          <a:p>
            <a:pPr marL="0" indent="0">
              <a:buNone/>
            </a:pPr>
            <a:r>
              <a:rPr lang="en-IN" sz="1800" dirty="0"/>
              <a:t>        </a:t>
            </a:r>
            <a:r>
              <a:rPr lang="en-IN" sz="1800" dirty="0" err="1"/>
              <a:t>g.setColor</a:t>
            </a:r>
            <a:r>
              <a:rPr lang="en-IN" sz="1800" dirty="0"/>
              <a:t>(</a:t>
            </a:r>
            <a:r>
              <a:rPr lang="en-IN" sz="1800" dirty="0" err="1"/>
              <a:t>Color.RED</a:t>
            </a:r>
            <a:r>
              <a:rPr lang="en-IN" sz="1800" dirty="0"/>
              <a:t>);</a:t>
            </a:r>
          </a:p>
          <a:p>
            <a:pPr marL="0" indent="0">
              <a:buNone/>
            </a:pPr>
            <a:r>
              <a:rPr lang="en-IN" sz="1800" dirty="0"/>
              <a:t>        </a:t>
            </a:r>
            <a:r>
              <a:rPr lang="en-IN" sz="1800" dirty="0" err="1"/>
              <a:t>g.fillOval</a:t>
            </a:r>
            <a:r>
              <a:rPr lang="en-IN" sz="1800" dirty="0"/>
              <a:t>(160, 50, 50, 50);</a:t>
            </a:r>
          </a:p>
          <a:p>
            <a:pPr marL="0" indent="0">
              <a:buNone/>
            </a:pPr>
            <a:r>
              <a:rPr lang="en-IN" sz="1800" dirty="0"/>
              <a:t>    }</a:t>
            </a:r>
          </a:p>
          <a:p>
            <a:pPr marL="0" indent="0">
              <a:buNone/>
            </a:pPr>
            <a:r>
              <a:rPr lang="en-IN" sz="1800" dirty="0"/>
              <a:t>}</a:t>
            </a:r>
          </a:p>
          <a:p>
            <a:pPr marL="0" indent="0">
              <a:buNone/>
            </a:pPr>
            <a:endParaRPr lang="en-IN" sz="1800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5859241" y="3966521"/>
            <a:ext cx="6332759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How to Run: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Save the code in a file named SimpleGraphicsApplet.java.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Compile: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javac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SimpleGraphicsApplet.java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Create an HTML file with the &lt;applet&gt; tag.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Open it with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appletviewer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391160" y="6356213"/>
            <a:ext cx="11080404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Note: Modern IDEs and browsers may not support applets. Use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older JDKs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or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command-line tools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like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appletviewer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for testing. 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6F42A62-1983-7FDE-7B33-15EDC282571B}"/>
                  </a:ext>
                </a:extLst>
              </p14:cNvPr>
              <p14:cNvContentPartPr/>
              <p14:nvPr/>
            </p14:nvContentPartPr>
            <p14:xfrm>
              <a:off x="480953" y="3090945"/>
              <a:ext cx="5063400" cy="1436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6F42A62-1983-7FDE-7B33-15EDC282571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0953" y="2910945"/>
                <a:ext cx="5243040" cy="50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95FADBB-9BA2-7C41-2270-9ACD87A72E04}"/>
                  </a:ext>
                </a:extLst>
              </p14:cNvPr>
              <p14:cNvContentPartPr/>
              <p14:nvPr/>
            </p14:nvContentPartPr>
            <p14:xfrm>
              <a:off x="885953" y="3864225"/>
              <a:ext cx="2158920" cy="763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A95FADBB-9BA2-7C41-2270-9ACD87A72E0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96313" y="3684225"/>
                <a:ext cx="2338560" cy="43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F6BAFE9E-5C15-F37C-BBEB-64454B7E97AA}"/>
                  </a:ext>
                </a:extLst>
              </p14:cNvPr>
              <p14:cNvContentPartPr/>
              <p14:nvPr/>
            </p14:nvContentPartPr>
            <p14:xfrm>
              <a:off x="866873" y="4298385"/>
              <a:ext cx="1215720" cy="3852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F6BAFE9E-5C15-F37C-BBEB-64454B7E97A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77233" y="4118385"/>
                <a:ext cx="1395360" cy="39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12749BF8-79FD-C19C-9364-2F8F1F01FE67}"/>
                  </a:ext>
                </a:extLst>
              </p14:cNvPr>
              <p14:cNvContentPartPr/>
              <p14:nvPr/>
            </p14:nvContentPartPr>
            <p14:xfrm>
              <a:off x="979913" y="4618065"/>
              <a:ext cx="2616480" cy="669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12749BF8-79FD-C19C-9364-2F8F1F01FE6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90273" y="4438425"/>
                <a:ext cx="2796120" cy="42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F82EBF89-4D1A-2AA1-99FA-941CA214C148}"/>
                  </a:ext>
                </a:extLst>
              </p14:cNvPr>
              <p14:cNvContentPartPr/>
              <p14:nvPr/>
            </p14:nvContentPartPr>
            <p14:xfrm>
              <a:off x="895313" y="5080305"/>
              <a:ext cx="2050920" cy="867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F82EBF89-4D1A-2AA1-99FA-941CA214C14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05673" y="4900305"/>
                <a:ext cx="2230560" cy="44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729B0CF7-191B-B18D-2ED7-9AB3BF62D011}"/>
                  </a:ext>
                </a:extLst>
              </p14:cNvPr>
              <p14:cNvContentPartPr/>
              <p14:nvPr/>
            </p14:nvContentPartPr>
            <p14:xfrm>
              <a:off x="914033" y="5334825"/>
              <a:ext cx="2437560" cy="19008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729B0CF7-191B-B18D-2ED7-9AB3BF62D01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24393" y="5154825"/>
                <a:ext cx="2617200" cy="549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889782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2600" y="575944"/>
            <a:ext cx="11374120" cy="5652135"/>
          </a:xfrm>
        </p:spPr>
        <p:txBody>
          <a:bodyPr>
            <a:noAutofit/>
          </a:bodyPr>
          <a:lstStyle/>
          <a:p>
            <a:r>
              <a:rPr lang="en-US" sz="2200" b="1" dirty="0"/>
              <a:t>Advantages of Applets</a:t>
            </a:r>
          </a:p>
          <a:p>
            <a:pPr lvl="1"/>
            <a:r>
              <a:rPr lang="en-US" sz="2200" b="1" dirty="0"/>
              <a:t>Platform Independent</a:t>
            </a:r>
            <a:r>
              <a:rPr lang="en-US" sz="2200" dirty="0"/>
              <a:t>: Applets are written in Java, so they can run on any platform with a Java-enabled browser.</a:t>
            </a:r>
          </a:p>
          <a:p>
            <a:pPr lvl="1"/>
            <a:r>
              <a:rPr lang="en-US" sz="2200" b="1" dirty="0"/>
              <a:t>Web Integration</a:t>
            </a:r>
            <a:r>
              <a:rPr lang="en-US" sz="2200" dirty="0"/>
              <a:t>: Applets can be embedded directly into web pages for interactive content.</a:t>
            </a:r>
          </a:p>
          <a:p>
            <a:pPr lvl="1"/>
            <a:r>
              <a:rPr lang="en-US" sz="2200" b="1" dirty="0"/>
              <a:t>Security</a:t>
            </a:r>
            <a:r>
              <a:rPr lang="en-US" sz="2200" dirty="0"/>
              <a:t>: Applets run in a restricted environment called a sandbox which prevents unauthorized access to system resources.</a:t>
            </a:r>
          </a:p>
          <a:p>
            <a:pPr lvl="1"/>
            <a:r>
              <a:rPr lang="en-US" sz="2200" b="1" dirty="0"/>
              <a:t>No Installation Required</a:t>
            </a:r>
            <a:r>
              <a:rPr lang="en-US" sz="2200" dirty="0"/>
              <a:t>: Users don't have to install anything extra—just load the webpage containing the applet.</a:t>
            </a:r>
          </a:p>
          <a:p>
            <a:r>
              <a:rPr lang="en-US" sz="2200" b="1" dirty="0"/>
              <a:t>Disadvantages of Applets</a:t>
            </a:r>
          </a:p>
          <a:p>
            <a:pPr lvl="1"/>
            <a:r>
              <a:rPr lang="en-US" sz="2200" b="1" dirty="0"/>
              <a:t>Browser Support</a:t>
            </a:r>
            <a:r>
              <a:rPr lang="en-US" sz="2200" dirty="0"/>
              <a:t>: Modern browsers no longer support Java applets due to security concerns.</a:t>
            </a:r>
          </a:p>
          <a:p>
            <a:pPr lvl="1"/>
            <a:r>
              <a:rPr lang="en-US" sz="2200" b="1" dirty="0"/>
              <a:t>Performance</a:t>
            </a:r>
            <a:r>
              <a:rPr lang="en-US" sz="2200" dirty="0"/>
              <a:t>: Applets may be slower to load, especially over slow networks.</a:t>
            </a:r>
          </a:p>
          <a:p>
            <a:pPr lvl="1"/>
            <a:r>
              <a:rPr lang="en-US" sz="2200" b="1" dirty="0"/>
              <a:t>Security Restrictions</a:t>
            </a:r>
            <a:r>
              <a:rPr lang="en-US" sz="2200" dirty="0"/>
              <a:t>: The sandbox restricts file I/O, system access, etc., which limits what an applet can do.</a:t>
            </a:r>
          </a:p>
          <a:p>
            <a:pPr lvl="1"/>
            <a:r>
              <a:rPr lang="en-US" sz="2200" b="1" dirty="0"/>
              <a:t>Obsolete Technology</a:t>
            </a:r>
            <a:r>
              <a:rPr lang="en-US" sz="2200" dirty="0"/>
              <a:t>: Java applets are largely outdated and replaced by more modern web technologies (e.g., JavaScript, HTML5, etc.).</a:t>
            </a:r>
          </a:p>
          <a:p>
            <a:endParaRPr lang="en-US" sz="2200" dirty="0"/>
          </a:p>
          <a:p>
            <a:endParaRPr lang="en-US" sz="2200" dirty="0"/>
          </a:p>
          <a:p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24582126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Alternatives to Applets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Since applets are deprecated, developers now use:</a:t>
            </a:r>
          </a:p>
          <a:p>
            <a:pPr lvl="1"/>
            <a:r>
              <a:rPr lang="en-IN" b="1" dirty="0"/>
              <a:t>Java Web Start (also deprecated)</a:t>
            </a:r>
            <a:endParaRPr lang="en-IN" dirty="0"/>
          </a:p>
          <a:p>
            <a:pPr lvl="1"/>
            <a:r>
              <a:rPr lang="en-IN" b="1" dirty="0"/>
              <a:t>JavaFX</a:t>
            </a:r>
            <a:r>
              <a:rPr lang="en-IN" dirty="0"/>
              <a:t> for rich desktop applications</a:t>
            </a:r>
          </a:p>
          <a:p>
            <a:pPr lvl="1"/>
            <a:r>
              <a:rPr lang="en-IN" b="1" dirty="0"/>
              <a:t>JavaScript/HTML5</a:t>
            </a:r>
            <a:r>
              <a:rPr lang="en-IN" dirty="0"/>
              <a:t> for web interactivity</a:t>
            </a:r>
          </a:p>
          <a:p>
            <a:pPr lvl="1"/>
            <a:r>
              <a:rPr lang="en-IN" b="1" dirty="0"/>
              <a:t>Swing or JavaFX</a:t>
            </a:r>
            <a:r>
              <a:rPr lang="en-IN" dirty="0"/>
              <a:t> for GUI-based Java applications</a:t>
            </a:r>
          </a:p>
          <a:p>
            <a:endParaRPr lang="en-IN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D26E7E6-6CA2-1061-8C42-55EC8F707B00}"/>
                  </a:ext>
                </a:extLst>
              </p14:cNvPr>
              <p14:cNvContentPartPr/>
              <p14:nvPr/>
            </p14:nvContentPartPr>
            <p14:xfrm>
              <a:off x="1592993" y="3647865"/>
              <a:ext cx="6028920" cy="1047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D26E7E6-6CA2-1061-8C42-55EC8F707B0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02993" y="3468225"/>
                <a:ext cx="6208560" cy="46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BE27639-709D-E234-A726-D9711E28473A}"/>
                  </a:ext>
                </a:extLst>
              </p14:cNvPr>
              <p14:cNvContentPartPr/>
              <p14:nvPr/>
            </p14:nvContentPartPr>
            <p14:xfrm>
              <a:off x="1668593" y="3261585"/>
              <a:ext cx="5137560" cy="478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BE27639-709D-E234-A726-D9711E28473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78593" y="3081585"/>
                <a:ext cx="5317200" cy="40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1AF1BD71-014E-35E6-E068-830C6EE0550C}"/>
                  </a:ext>
                </a:extLst>
              </p14:cNvPr>
              <p14:cNvContentPartPr/>
              <p14:nvPr/>
            </p14:nvContentPartPr>
            <p14:xfrm>
              <a:off x="1658873" y="2837505"/>
              <a:ext cx="4932360" cy="1141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1AF1BD71-014E-35E6-E068-830C6EE0550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568873" y="2657505"/>
                <a:ext cx="5112000" cy="47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3E54085-BA1A-8114-12EA-E0C6926D4401}"/>
                  </a:ext>
                </a:extLst>
              </p14:cNvPr>
              <p14:cNvContentPartPr/>
              <p14:nvPr/>
            </p14:nvContentPartPr>
            <p14:xfrm>
              <a:off x="1630793" y="2384985"/>
              <a:ext cx="4438800" cy="1990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3E54085-BA1A-8114-12EA-E0C6926D440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540793" y="2204985"/>
                <a:ext cx="4618440" cy="558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966256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Threading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Thread</a:t>
            </a:r>
            <a:r>
              <a:rPr lang="en-US" dirty="0"/>
              <a:t>: A lightweight </a:t>
            </a:r>
            <a:r>
              <a:rPr lang="en-US" dirty="0" err="1"/>
              <a:t>subprocess</a:t>
            </a:r>
            <a:r>
              <a:rPr lang="en-US" dirty="0"/>
              <a:t>; the smallest unit of execution.</a:t>
            </a:r>
          </a:p>
          <a:p>
            <a:r>
              <a:rPr lang="en-US" b="1" dirty="0"/>
              <a:t>Threading</a:t>
            </a:r>
            <a:r>
              <a:rPr lang="en-US" dirty="0"/>
              <a:t> refers to the ability of a program to perform </a:t>
            </a:r>
            <a:r>
              <a:rPr lang="en-US" b="1" dirty="0"/>
              <a:t>multiple tasks simultaneously</a:t>
            </a:r>
            <a:r>
              <a:rPr lang="en-US" dirty="0"/>
              <a:t> by dividing the execution into </a:t>
            </a:r>
            <a:r>
              <a:rPr lang="en-US" b="1" dirty="0"/>
              <a:t>multiple threads</a:t>
            </a:r>
            <a:r>
              <a:rPr lang="en-US" dirty="0"/>
              <a:t>. Each thread is an independent path of execution.</a:t>
            </a:r>
          </a:p>
          <a:p>
            <a:r>
              <a:rPr lang="en-US" b="1" dirty="0"/>
              <a:t>Multithreading</a:t>
            </a:r>
            <a:r>
              <a:rPr lang="en-US" dirty="0"/>
              <a:t>: A programming feature that allows concurrent execution of two or more threads.</a:t>
            </a:r>
          </a:p>
          <a:p>
            <a:r>
              <a:rPr lang="en-US" b="1" dirty="0"/>
              <a:t>Concurrency</a:t>
            </a:r>
            <a:r>
              <a:rPr lang="en-US" dirty="0"/>
              <a:t>: Performing multiple tasks at once.</a:t>
            </a:r>
          </a:p>
          <a:p>
            <a:r>
              <a:rPr lang="en-US" b="1" dirty="0"/>
              <a:t>Parallelism</a:t>
            </a:r>
            <a:r>
              <a:rPr lang="en-US" dirty="0"/>
              <a:t>: Executing multiple threads at the same exact time (e.g., on multi-core processors).</a:t>
            </a:r>
            <a:endParaRPr lang="en-US" b="1" dirty="0"/>
          </a:p>
          <a:p>
            <a:r>
              <a:rPr lang="en-US" dirty="0"/>
              <a:t>Java provides built-in support for multithreading, enabling concurrent execution of two or more parts of a program for maximum utilization of CPU.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99101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Creating Threads in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</a:t>
            </a:r>
            <a:r>
              <a:rPr lang="en-US" b="1" dirty="0"/>
              <a:t>two main ways</a:t>
            </a:r>
            <a:r>
              <a:rPr lang="en-US" dirty="0"/>
              <a:t> to create threads in Java:</a:t>
            </a:r>
          </a:p>
          <a:p>
            <a:r>
              <a:rPr lang="en-US" dirty="0"/>
              <a:t>Method 1: By Extending the Thread class</a:t>
            </a:r>
          </a:p>
          <a:p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997527" y="2967657"/>
            <a:ext cx="5560292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class </a:t>
            </a:r>
            <a:r>
              <a:rPr lang="en-IN" dirty="0" err="1"/>
              <a:t>MyThread</a:t>
            </a:r>
            <a:r>
              <a:rPr lang="en-IN" dirty="0"/>
              <a:t> extends Thread {</a:t>
            </a:r>
          </a:p>
          <a:p>
            <a:r>
              <a:rPr lang="en-IN" dirty="0"/>
              <a:t>    public void run() {</a:t>
            </a:r>
          </a:p>
          <a:p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("Thread is running...");</a:t>
            </a:r>
          </a:p>
          <a:p>
            <a:r>
              <a:rPr lang="en-IN" dirty="0"/>
              <a:t>    }</a:t>
            </a:r>
          </a:p>
          <a:p>
            <a:endParaRPr lang="en-IN" dirty="0"/>
          </a:p>
          <a:p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r>
              <a:rPr lang="en-IN" dirty="0"/>
              <a:t>        </a:t>
            </a:r>
            <a:r>
              <a:rPr lang="en-IN" dirty="0" err="1"/>
              <a:t>MyThread</a:t>
            </a:r>
            <a:r>
              <a:rPr lang="en-IN" dirty="0"/>
              <a:t> t1 = new </a:t>
            </a:r>
            <a:r>
              <a:rPr lang="en-IN" dirty="0" err="1"/>
              <a:t>MyThread</a:t>
            </a:r>
            <a:r>
              <a:rPr lang="en-IN" dirty="0"/>
              <a:t>();</a:t>
            </a:r>
          </a:p>
          <a:p>
            <a:r>
              <a:rPr lang="en-IN" dirty="0"/>
              <a:t>        t1.start(); // starts the thread and calls run()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}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B5B3AD1-355B-D515-D799-DB43A2C5D4D7}"/>
                  </a:ext>
                </a:extLst>
              </p14:cNvPr>
              <p14:cNvContentPartPr/>
              <p14:nvPr/>
            </p14:nvContentPartPr>
            <p14:xfrm>
              <a:off x="2686673" y="1932105"/>
              <a:ext cx="2390400" cy="1141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B5B3AD1-355B-D515-D799-DB43A2C5D4D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97033" y="1752465"/>
                <a:ext cx="2570040" cy="47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E0ADCB4-FF2F-4397-3592-F3F359350194}"/>
                  </a:ext>
                </a:extLst>
              </p14:cNvPr>
              <p14:cNvContentPartPr/>
              <p14:nvPr/>
            </p14:nvContentPartPr>
            <p14:xfrm>
              <a:off x="2846513" y="2554185"/>
              <a:ext cx="4009320" cy="766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E0ADCB4-FF2F-4397-3592-F3F35935019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56873" y="2374545"/>
                <a:ext cx="4188960" cy="43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19F2EAE-EDAB-3A13-4181-535584EC4E10}"/>
                  </a:ext>
                </a:extLst>
              </p14:cNvPr>
              <p14:cNvContentPartPr/>
              <p14:nvPr/>
            </p14:nvContentPartPr>
            <p14:xfrm>
              <a:off x="1527113" y="4731465"/>
              <a:ext cx="3242160" cy="1335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19F2EAE-EDAB-3A13-4181-535584EC4E1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437113" y="4551825"/>
                <a:ext cx="3421800" cy="49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21F6FBD2-9EFF-3CD7-FFFF-648B73897C84}"/>
                  </a:ext>
                </a:extLst>
              </p14:cNvPr>
              <p14:cNvContentPartPr/>
              <p14:nvPr/>
            </p14:nvContentPartPr>
            <p14:xfrm>
              <a:off x="1527113" y="5137185"/>
              <a:ext cx="1103400" cy="4824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21F6FBD2-9EFF-3CD7-FFFF-648B73897C8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437113" y="4957545"/>
                <a:ext cx="1283040" cy="40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4992DA56-B840-CA4B-7EC2-26E9DB915039}"/>
                  </a:ext>
                </a:extLst>
              </p14:cNvPr>
              <p14:cNvContentPartPr/>
              <p14:nvPr/>
            </p14:nvContentPartPr>
            <p14:xfrm>
              <a:off x="2714753" y="5051865"/>
              <a:ext cx="3626280" cy="5760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4992DA56-B840-CA4B-7EC2-26E9DB91503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624753" y="4872225"/>
                <a:ext cx="3805920" cy="41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D2A2027E-7EB5-ECFA-12C1-1B882BD08EDA}"/>
                  </a:ext>
                </a:extLst>
              </p14:cNvPr>
              <p14:cNvContentPartPr/>
              <p14:nvPr/>
            </p14:nvContentPartPr>
            <p14:xfrm>
              <a:off x="6702473" y="4873665"/>
              <a:ext cx="360" cy="3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D2A2027E-7EB5-ECFA-12C1-1B882BD08ED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612833" y="4693665"/>
                <a:ext cx="180000" cy="360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11415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Creating Threads in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Method 2: By Implementing the Runnable Interface</a:t>
            </a:r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997527" y="2967657"/>
            <a:ext cx="5560292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class </a:t>
            </a:r>
            <a:r>
              <a:rPr lang="en-IN" dirty="0" err="1"/>
              <a:t>MyRunnable</a:t>
            </a:r>
            <a:r>
              <a:rPr lang="en-IN" dirty="0"/>
              <a:t> implements Runnable {</a:t>
            </a:r>
          </a:p>
          <a:p>
            <a:r>
              <a:rPr lang="en-IN" dirty="0"/>
              <a:t>    public void run() {</a:t>
            </a:r>
          </a:p>
          <a:p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("Runnable thread running...");</a:t>
            </a:r>
          </a:p>
          <a:p>
            <a:r>
              <a:rPr lang="en-IN" dirty="0"/>
              <a:t>    }</a:t>
            </a:r>
          </a:p>
          <a:p>
            <a:endParaRPr lang="en-IN" dirty="0"/>
          </a:p>
          <a:p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r>
              <a:rPr lang="en-IN" dirty="0"/>
              <a:t>        </a:t>
            </a:r>
            <a:r>
              <a:rPr lang="en-IN" dirty="0" err="1"/>
              <a:t>MyRunnable</a:t>
            </a:r>
            <a:r>
              <a:rPr lang="en-IN" dirty="0"/>
              <a:t> </a:t>
            </a:r>
            <a:r>
              <a:rPr lang="en-IN" dirty="0" err="1"/>
              <a:t>obj</a:t>
            </a:r>
            <a:r>
              <a:rPr lang="en-IN" dirty="0"/>
              <a:t> = new </a:t>
            </a:r>
            <a:r>
              <a:rPr lang="en-IN" dirty="0" err="1"/>
              <a:t>MyRunnable</a:t>
            </a:r>
            <a:r>
              <a:rPr lang="en-IN" dirty="0"/>
              <a:t>();</a:t>
            </a:r>
          </a:p>
          <a:p>
            <a:r>
              <a:rPr lang="en-IN" dirty="0"/>
              <a:t>        Thread t1 = new Thread(</a:t>
            </a:r>
            <a:r>
              <a:rPr lang="en-IN" dirty="0" err="1"/>
              <a:t>obj</a:t>
            </a:r>
            <a:r>
              <a:rPr lang="en-IN" dirty="0"/>
              <a:t>);</a:t>
            </a:r>
          </a:p>
          <a:p>
            <a:r>
              <a:rPr lang="en-IN" dirty="0"/>
              <a:t>        t1.start();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}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01E46CF6-48C1-650C-AB70-A004F6176D43}"/>
                  </a:ext>
                </a:extLst>
              </p14:cNvPr>
              <p14:cNvContentPartPr/>
              <p14:nvPr/>
            </p14:nvContentPartPr>
            <p14:xfrm>
              <a:off x="2818433" y="1922745"/>
              <a:ext cx="5730480" cy="1522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01E46CF6-48C1-650C-AB70-A004F6176D4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28793" y="1742745"/>
                <a:ext cx="5910120" cy="511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69087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37202"/>
          </a:xfrm>
        </p:spPr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Comparison:</a:t>
            </a: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87748152"/>
              </p:ext>
            </p:extLst>
          </p:nvPr>
        </p:nvGraphicFramePr>
        <p:xfrm>
          <a:off x="671946" y="1995156"/>
          <a:ext cx="10515600" cy="219456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47181036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4512757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8317389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2400" b="1" dirty="0"/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Extending Thread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Implementing Runnable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45503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/>
                        <a:t>Inheritance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Cannot extend another class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Can extend any class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799359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/>
                        <a:t>Flexibility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Less flexible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More flexible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802954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 dirty="0"/>
                        <a:t>Best Practice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For simple use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Recommended approach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4280186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00FF0AC-4CA6-8209-22E3-A6AD3F6D1891}"/>
                  </a:ext>
                </a:extLst>
              </p14:cNvPr>
              <p14:cNvContentPartPr/>
              <p14:nvPr/>
            </p14:nvContentPartPr>
            <p14:xfrm>
              <a:off x="744473" y="2865585"/>
              <a:ext cx="1196640" cy="770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00FF0AC-4CA6-8209-22E3-A6AD3F6D189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54473" y="2685585"/>
                <a:ext cx="1376280" cy="43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2C1E8D9-EE9E-8D78-D1C3-FE3B5CE725C0}"/>
                  </a:ext>
                </a:extLst>
              </p14:cNvPr>
              <p14:cNvContentPartPr/>
              <p14:nvPr/>
            </p14:nvContentPartPr>
            <p14:xfrm>
              <a:off x="4289033" y="2582265"/>
              <a:ext cx="2696040" cy="1141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2C1E8D9-EE9E-8D78-D1C3-FE3B5CE725C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199393" y="2402625"/>
                <a:ext cx="2875680" cy="47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0EFE087B-B5BD-897A-9BD0-B2257BC53B26}"/>
                  </a:ext>
                </a:extLst>
              </p14:cNvPr>
              <p14:cNvContentPartPr/>
              <p14:nvPr/>
            </p14:nvContentPartPr>
            <p14:xfrm>
              <a:off x="4185353" y="3129105"/>
              <a:ext cx="689760" cy="100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0EFE087B-B5BD-897A-9BD0-B2257BC53B2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095353" y="2949465"/>
                <a:ext cx="869400" cy="36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C8D764B5-17DB-BBAE-ACC2-9139C9C31126}"/>
                  </a:ext>
                </a:extLst>
              </p14:cNvPr>
              <p14:cNvContentPartPr/>
              <p14:nvPr/>
            </p14:nvContentPartPr>
            <p14:xfrm>
              <a:off x="7861673" y="2894025"/>
              <a:ext cx="2305800" cy="673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C8D764B5-17DB-BBAE-ACC2-9139C9C3112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772033" y="2714025"/>
                <a:ext cx="2485440" cy="42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49CA612-B5CF-3848-FEB2-185C5AEDE86D}"/>
                  </a:ext>
                </a:extLst>
              </p14:cNvPr>
              <p14:cNvContentPartPr/>
              <p14:nvPr/>
            </p14:nvContentPartPr>
            <p14:xfrm>
              <a:off x="697313" y="3497025"/>
              <a:ext cx="1130760" cy="1980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49CA612-B5CF-3848-FEB2-185C5AEDE86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07313" y="3317025"/>
                <a:ext cx="1310400" cy="37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27B91BB0-C571-B7BA-C254-0201D45A6BD6}"/>
                  </a:ext>
                </a:extLst>
              </p14:cNvPr>
              <p14:cNvContentPartPr/>
              <p14:nvPr/>
            </p14:nvContentPartPr>
            <p14:xfrm>
              <a:off x="4279673" y="3485865"/>
              <a:ext cx="1156680" cy="4932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27B91BB0-C571-B7BA-C254-0201D45A6BD6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190033" y="3306225"/>
                <a:ext cx="1336320" cy="40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FABD6078-4624-466D-D160-2EBF8DCD1B85}"/>
                  </a:ext>
                </a:extLst>
              </p14:cNvPr>
              <p14:cNvContentPartPr/>
              <p14:nvPr/>
            </p14:nvContentPartPr>
            <p14:xfrm>
              <a:off x="7861673" y="3336825"/>
              <a:ext cx="1501920" cy="1137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FABD6078-4624-466D-D160-2EBF8DCD1B85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772033" y="3157185"/>
                <a:ext cx="1681560" cy="47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6063EDA7-13A2-4EFC-5D24-1A19CD738479}"/>
                  </a:ext>
                </a:extLst>
              </p14:cNvPr>
              <p14:cNvContentPartPr/>
              <p14:nvPr/>
            </p14:nvContentPartPr>
            <p14:xfrm>
              <a:off x="782273" y="3959265"/>
              <a:ext cx="1697760" cy="2880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6063EDA7-13A2-4EFC-5D24-1A19CD738479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92633" y="3779625"/>
                <a:ext cx="1877400" cy="38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A0A602BD-087D-2B1B-D0A9-66633E88ECCB}"/>
                  </a:ext>
                </a:extLst>
              </p14:cNvPr>
              <p14:cNvContentPartPr/>
              <p14:nvPr/>
            </p14:nvContentPartPr>
            <p14:xfrm>
              <a:off x="4091033" y="3987345"/>
              <a:ext cx="1706400" cy="5724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A0A602BD-087D-2B1B-D0A9-66633E88ECCB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001033" y="3807705"/>
                <a:ext cx="1886040" cy="41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277ED7CD-2BB7-7B9E-85C8-3F0DB0864B65}"/>
                  </a:ext>
                </a:extLst>
              </p14:cNvPr>
              <p14:cNvContentPartPr/>
              <p14:nvPr/>
            </p14:nvContentPartPr>
            <p14:xfrm>
              <a:off x="7814513" y="3995985"/>
              <a:ext cx="2884320" cy="6732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277ED7CD-2BB7-7B9E-85C8-3F0DB0864B65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7724873" y="3816345"/>
                <a:ext cx="3063960" cy="426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322110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1639"/>
          </a:xfrm>
        </p:spPr>
        <p:txBody>
          <a:bodyPr>
            <a:normAutofit fontScale="90000"/>
          </a:bodyPr>
          <a:lstStyle/>
          <a:p>
            <a:r>
              <a:rPr lang="en-IN" dirty="0"/>
              <a:t>Thread Life-Cycle in Java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563418" y="1492916"/>
            <a:ext cx="10790382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 thread in Java goes through the following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life-cycle stages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1. New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 thread is created using new Thread() but has not started yet.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2. Runnable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After calling start(), the thread is ready to run and is placed in 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runnable pool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3. Running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When the thread is picked by the thread scheduler, it enters 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running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state and executes the run() method.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4. Blocked/Waiting/Sleeping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 thread can temporarily stop executing and enter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non-runnable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state due to: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Sleeping (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Thread.sleep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))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Waiting (wait())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Blocked on I/O or resource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5. Terminated (Dead)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thread completes its execution or is terminated manually.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7944873-7FD4-D103-43FB-8270D0C50B36}"/>
                  </a:ext>
                </a:extLst>
              </p14:cNvPr>
              <p14:cNvContentPartPr/>
              <p14:nvPr/>
            </p14:nvContentPartPr>
            <p14:xfrm>
              <a:off x="857513" y="1988985"/>
              <a:ext cx="339120" cy="669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7944873-7FD4-D103-43FB-8270D0C50B3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67873" y="1809345"/>
                <a:ext cx="518760" cy="42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CACA6F4-D58E-E383-7557-40599529DFDF}"/>
                  </a:ext>
                </a:extLst>
              </p14:cNvPr>
              <p14:cNvContentPartPr/>
              <p14:nvPr/>
            </p14:nvContentPartPr>
            <p14:xfrm>
              <a:off x="1215713" y="2026425"/>
              <a:ext cx="207720" cy="669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CACA6F4-D58E-E383-7557-40599529DFD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26073" y="1846785"/>
                <a:ext cx="387360" cy="42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780CA84B-4067-82C2-FC2B-521B88C3BE30}"/>
                  </a:ext>
                </a:extLst>
              </p14:cNvPr>
              <p14:cNvContentPartPr/>
              <p14:nvPr/>
            </p14:nvContentPartPr>
            <p14:xfrm>
              <a:off x="3422153" y="2290305"/>
              <a:ext cx="1356480" cy="856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780CA84B-4067-82C2-FC2B-521B88C3BE3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332153" y="2110305"/>
                <a:ext cx="1536120" cy="44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6D6ED6B-2113-410E-AEBA-DCC9D2177D1D}"/>
                  </a:ext>
                </a:extLst>
              </p14:cNvPr>
              <p14:cNvContentPartPr/>
              <p14:nvPr/>
            </p14:nvContentPartPr>
            <p14:xfrm>
              <a:off x="4882673" y="2308665"/>
              <a:ext cx="2282760" cy="385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6D6ED6B-2113-410E-AEBA-DCC9D2177D1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793033" y="2129025"/>
                <a:ext cx="2462400" cy="39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936263D5-8D54-B4BF-10FC-451417BB0FB9}"/>
                  </a:ext>
                </a:extLst>
              </p14:cNvPr>
              <p14:cNvContentPartPr/>
              <p14:nvPr/>
            </p14:nvContentPartPr>
            <p14:xfrm>
              <a:off x="961193" y="2601345"/>
              <a:ext cx="970920" cy="4752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936263D5-8D54-B4BF-10FC-451417BB0FB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1553" y="2421705"/>
                <a:ext cx="1150560" cy="40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3CDA6877-7593-D932-8FD8-6120726C521D}"/>
                  </a:ext>
                </a:extLst>
              </p14:cNvPr>
              <p14:cNvContentPartPr/>
              <p14:nvPr/>
            </p14:nvContentPartPr>
            <p14:xfrm>
              <a:off x="2158553" y="2883585"/>
              <a:ext cx="603720" cy="2124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3CDA6877-7593-D932-8FD8-6120726C521D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068553" y="2703585"/>
                <a:ext cx="783360" cy="38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F1D6E82D-359D-6F60-B625-84ED58EBF514}"/>
                  </a:ext>
                </a:extLst>
              </p14:cNvPr>
              <p14:cNvContentPartPr/>
              <p14:nvPr/>
            </p14:nvContentPartPr>
            <p14:xfrm>
              <a:off x="3252233" y="2921385"/>
              <a:ext cx="5915160" cy="7848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F1D6E82D-359D-6F60-B625-84ED58EBF51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162593" y="2741385"/>
                <a:ext cx="6094800" cy="43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7D0B941B-C5DC-BDA5-149D-29E9B10C3316}"/>
                  </a:ext>
                </a:extLst>
              </p14:cNvPr>
              <p14:cNvContentPartPr/>
              <p14:nvPr/>
            </p14:nvContentPartPr>
            <p14:xfrm>
              <a:off x="961193" y="3195345"/>
              <a:ext cx="797040" cy="392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7D0B941B-C5DC-BDA5-149D-29E9B10C3316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71553" y="3015705"/>
                <a:ext cx="976680" cy="39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B69A4B2F-1C09-4678-9A5E-83F63F174F95}"/>
                  </a:ext>
                </a:extLst>
              </p14:cNvPr>
              <p14:cNvContentPartPr/>
              <p14:nvPr/>
            </p14:nvContentPartPr>
            <p14:xfrm>
              <a:off x="4326833" y="3544185"/>
              <a:ext cx="1394640" cy="3888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B69A4B2F-1C09-4678-9A5E-83F63F174F95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237193" y="3364545"/>
                <a:ext cx="1574280" cy="39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360CD608-5633-B981-23B1-1C96BDFB2912}"/>
                  </a:ext>
                </a:extLst>
              </p14:cNvPr>
              <p14:cNvContentPartPr/>
              <p14:nvPr/>
            </p14:nvContentPartPr>
            <p14:xfrm>
              <a:off x="7107833" y="3524385"/>
              <a:ext cx="3938400" cy="489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360CD608-5633-B981-23B1-1C96BDFB2912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7017833" y="3344745"/>
                <a:ext cx="4118040" cy="40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883FAD2D-2AB1-A69A-2420-82780319D286}"/>
                  </a:ext>
                </a:extLst>
              </p14:cNvPr>
              <p14:cNvContentPartPr/>
              <p14:nvPr/>
            </p14:nvContentPartPr>
            <p14:xfrm>
              <a:off x="800993" y="4118385"/>
              <a:ext cx="2972880" cy="5796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883FAD2D-2AB1-A69A-2420-82780319D286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11353" y="3938745"/>
                <a:ext cx="3152520" cy="41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2CAE1E5A-1AD0-524A-90FA-A532E9C5E88B}"/>
                  </a:ext>
                </a:extLst>
              </p14:cNvPr>
              <p14:cNvContentPartPr/>
              <p14:nvPr/>
            </p14:nvContentPartPr>
            <p14:xfrm>
              <a:off x="1008713" y="4464345"/>
              <a:ext cx="769320" cy="3312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2CAE1E5A-1AD0-524A-90FA-A532E9C5E88B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918713" y="4284345"/>
                <a:ext cx="948960" cy="39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2D4221B8-F391-FB09-0420-EC09C908D4BA}"/>
                  </a:ext>
                </a:extLst>
              </p14:cNvPr>
              <p14:cNvContentPartPr/>
              <p14:nvPr/>
            </p14:nvContentPartPr>
            <p14:xfrm>
              <a:off x="3506753" y="4436265"/>
              <a:ext cx="1391400" cy="7920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2D4221B8-F391-FB09-0420-EC09C908D4BA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416753" y="4256265"/>
                <a:ext cx="1571040" cy="43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830C2391-99DC-727B-EE10-23ED4480A6D5}"/>
                  </a:ext>
                </a:extLst>
              </p14:cNvPr>
              <p14:cNvContentPartPr/>
              <p14:nvPr/>
            </p14:nvContentPartPr>
            <p14:xfrm>
              <a:off x="6042593" y="4477665"/>
              <a:ext cx="1696320" cy="1044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830C2391-99DC-727B-EE10-23ED4480A6D5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952593" y="4297665"/>
                <a:ext cx="1875960" cy="37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16CC6DCC-572F-2B06-FA2C-86FEAFBC1E1A}"/>
                  </a:ext>
                </a:extLst>
              </p14:cNvPr>
              <p14:cNvContentPartPr/>
              <p14:nvPr/>
            </p14:nvContentPartPr>
            <p14:xfrm>
              <a:off x="1385633" y="4713105"/>
              <a:ext cx="2572560" cy="3888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16CC6DCC-572F-2B06-FA2C-86FEAFBC1E1A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295993" y="4533465"/>
                <a:ext cx="2752200" cy="39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50078961-4453-1CE9-CFC9-CFE6DEEC79CD}"/>
                  </a:ext>
                </a:extLst>
              </p14:cNvPr>
              <p14:cNvContentPartPr/>
              <p14:nvPr/>
            </p14:nvContentPartPr>
            <p14:xfrm>
              <a:off x="1319393" y="4929465"/>
              <a:ext cx="1394640" cy="11412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50078961-4453-1CE9-CFC9-CFE6DEEC79CD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229753" y="4749465"/>
                <a:ext cx="1574280" cy="47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A1F548E2-2CD7-1E9A-AB5F-4DCB82B938AF}"/>
                  </a:ext>
                </a:extLst>
              </p14:cNvPr>
              <p14:cNvContentPartPr/>
              <p14:nvPr/>
            </p14:nvContentPartPr>
            <p14:xfrm>
              <a:off x="1442513" y="5295945"/>
              <a:ext cx="2535840" cy="9648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A1F548E2-2CD7-1E9A-AB5F-4DCB82B938AF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352513" y="5115945"/>
                <a:ext cx="2715480" cy="45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9ABBEEC5-7520-D7C8-3DE6-56137FBCCF3A}"/>
                  </a:ext>
                </a:extLst>
              </p14:cNvPr>
              <p14:cNvContentPartPr/>
              <p14:nvPr/>
            </p14:nvContentPartPr>
            <p14:xfrm>
              <a:off x="970553" y="5594025"/>
              <a:ext cx="1870560" cy="5328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9ABBEEC5-7520-D7C8-3DE6-56137FBCCF3A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880913" y="5414025"/>
                <a:ext cx="2050200" cy="412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190719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2564" y="106506"/>
            <a:ext cx="10515600" cy="641639"/>
          </a:xfrm>
        </p:spPr>
        <p:txBody>
          <a:bodyPr>
            <a:normAutofit fontScale="90000"/>
          </a:bodyPr>
          <a:lstStyle/>
          <a:p>
            <a:r>
              <a:rPr lang="en-IN" dirty="0"/>
              <a:t>Thread Life-Cycle Diagram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124" name="Picture 4" descr="State transition diagram for life cycle of thread in Jav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1611" y="868218"/>
            <a:ext cx="6771698" cy="5846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2B8C9F4-7C53-FA0E-8426-88B63BF34210}"/>
                  </a:ext>
                </a:extLst>
              </p14:cNvPr>
              <p14:cNvContentPartPr/>
              <p14:nvPr/>
            </p14:nvContentPartPr>
            <p14:xfrm>
              <a:off x="6212153" y="659505"/>
              <a:ext cx="360" cy="3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2B8C9F4-7C53-FA0E-8426-88B63BF3421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22513" y="479865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3946159-419D-1B42-F9D5-AA18DA576828}"/>
                  </a:ext>
                </a:extLst>
              </p14:cNvPr>
              <p14:cNvContentPartPr/>
              <p14:nvPr/>
            </p14:nvContentPartPr>
            <p14:xfrm>
              <a:off x="4685033" y="1536105"/>
              <a:ext cx="508680" cy="1231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3946159-419D-1B42-F9D5-AA18DA57682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595033" y="1356465"/>
                <a:ext cx="688320" cy="48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A4A61925-4377-4078-F485-4DA363D600AB}"/>
                  </a:ext>
                </a:extLst>
              </p14:cNvPr>
              <p14:cNvContentPartPr/>
              <p14:nvPr/>
            </p14:nvContentPartPr>
            <p14:xfrm>
              <a:off x="4524833" y="2874225"/>
              <a:ext cx="1027440" cy="205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A4A61925-4377-4078-F485-4DA363D600A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434833" y="2694225"/>
                <a:ext cx="1207080" cy="38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10990B9B-559D-CA80-2D71-C583EBC8FFC7}"/>
                  </a:ext>
                </a:extLst>
              </p14:cNvPr>
              <p14:cNvContentPartPr/>
              <p14:nvPr/>
            </p14:nvContentPartPr>
            <p14:xfrm>
              <a:off x="4571993" y="4184625"/>
              <a:ext cx="782280" cy="478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10990B9B-559D-CA80-2D71-C583EBC8FFC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481993" y="4004985"/>
                <a:ext cx="961920" cy="40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AB336737-BD9F-9169-5AF3-FAC66A0D3CAF}"/>
                  </a:ext>
                </a:extLst>
              </p14:cNvPr>
              <p14:cNvContentPartPr/>
              <p14:nvPr/>
            </p14:nvContentPartPr>
            <p14:xfrm>
              <a:off x="4619153" y="5429865"/>
              <a:ext cx="800640" cy="100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AB336737-BD9F-9169-5AF3-FAC66A0D3CAF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529153" y="5250225"/>
                <a:ext cx="980280" cy="36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32334DA2-BB04-519B-AE0A-09CDAAB11AD7}"/>
                  </a:ext>
                </a:extLst>
              </p14:cNvPr>
              <p14:cNvContentPartPr/>
              <p14:nvPr/>
            </p14:nvContentPartPr>
            <p14:xfrm>
              <a:off x="8031593" y="3431145"/>
              <a:ext cx="622080" cy="1008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32334DA2-BB04-519B-AE0A-09CDAAB11AD7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941593" y="3251145"/>
                <a:ext cx="801720" cy="369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043980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Common Thread Methods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69016196"/>
              </p:ext>
            </p:extLst>
          </p:nvPr>
        </p:nvGraphicFramePr>
        <p:xfrm>
          <a:off x="838200" y="1790108"/>
          <a:ext cx="10515600" cy="438912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61675055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1158685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2400" b="1" dirty="0"/>
                        <a:t>Method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52555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 dirty="0"/>
                        <a:t>start()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Starts the thread and invokes run()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9371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/>
                        <a:t>run()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Entry point of the thread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156958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 dirty="0"/>
                        <a:t>sleep(</a:t>
                      </a:r>
                      <a:r>
                        <a:rPr lang="en-IN" sz="2400" dirty="0" err="1"/>
                        <a:t>ms</a:t>
                      </a:r>
                      <a:r>
                        <a:rPr lang="en-IN" sz="2400" dirty="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Pauses thread for the specified milliseconds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261435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/>
                        <a:t>join()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Waits for a thread to die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563049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/>
                        <a:t>isAlive()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Checks if thread is alive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698169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 dirty="0" err="1"/>
                        <a:t>setPriority</a:t>
                      </a:r>
                      <a:r>
                        <a:rPr lang="en-IN" sz="2400" dirty="0"/>
                        <a:t>(n)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Sets the thread priority (1 to 10)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1308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 dirty="0"/>
                        <a:t>yield()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Pauses current thread and allows others to execute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1268519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23F3533-FB68-7732-69B4-64F2E17C7410}"/>
                  </a:ext>
                </a:extLst>
              </p14:cNvPr>
              <p14:cNvContentPartPr/>
              <p14:nvPr/>
            </p14:nvContentPartPr>
            <p14:xfrm>
              <a:off x="970553" y="2433945"/>
              <a:ext cx="651960" cy="266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23F3533-FB68-7732-69B4-64F2E17C741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80913" y="2254305"/>
                <a:ext cx="831600" cy="38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1B19A2C-51B9-76C5-F018-C9FAE9255BBB}"/>
                  </a:ext>
                </a:extLst>
              </p14:cNvPr>
              <p14:cNvContentPartPr/>
              <p14:nvPr/>
            </p14:nvContentPartPr>
            <p14:xfrm>
              <a:off x="6212153" y="2469585"/>
              <a:ext cx="4102920" cy="194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1B19A2C-51B9-76C5-F018-C9FAE9255BB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122513" y="2289585"/>
                <a:ext cx="4282560" cy="37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1565586D-F6CC-F058-0FD3-AF1887A8FF09}"/>
                  </a:ext>
                </a:extLst>
              </p14:cNvPr>
              <p14:cNvContentPartPr/>
              <p14:nvPr/>
            </p14:nvContentPartPr>
            <p14:xfrm>
              <a:off x="951833" y="2855505"/>
              <a:ext cx="783360" cy="388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1565586D-F6CC-F058-0FD3-AF1887A8FF0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62193" y="2675505"/>
                <a:ext cx="963000" cy="39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80C50FCB-2C63-24D1-211F-46D1BB203927}"/>
                  </a:ext>
                </a:extLst>
              </p14:cNvPr>
              <p14:cNvContentPartPr/>
              <p14:nvPr/>
            </p14:nvContentPartPr>
            <p14:xfrm>
              <a:off x="6240233" y="2836785"/>
              <a:ext cx="3463560" cy="1710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80C50FCB-2C63-24D1-211F-46D1BB20392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150233" y="2657145"/>
                <a:ext cx="3643200" cy="53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A79B6402-67E8-DF77-2E87-A8C4F89D9C1C}"/>
                  </a:ext>
                </a:extLst>
              </p14:cNvPr>
              <p14:cNvContentPartPr/>
              <p14:nvPr/>
            </p14:nvContentPartPr>
            <p14:xfrm>
              <a:off x="735113" y="3540225"/>
              <a:ext cx="1438560" cy="4212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A79B6402-67E8-DF77-2E87-A8C4F89D9C1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45113" y="3360585"/>
                <a:ext cx="1618200" cy="40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DF748F3A-181F-7D27-DC86-ED479C58E50F}"/>
                  </a:ext>
                </a:extLst>
              </p14:cNvPr>
              <p14:cNvContentPartPr/>
              <p14:nvPr/>
            </p14:nvContentPartPr>
            <p14:xfrm>
              <a:off x="6343913" y="2868825"/>
              <a:ext cx="4042800" cy="81828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DF748F3A-181F-7D27-DC86-ED479C58E50F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254273" y="2689185"/>
                <a:ext cx="4222440" cy="117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DF3DB3BF-F026-C67D-C621-F77E0AD9EA76}"/>
                  </a:ext>
                </a:extLst>
              </p14:cNvPr>
              <p14:cNvContentPartPr/>
              <p14:nvPr/>
            </p14:nvContentPartPr>
            <p14:xfrm>
              <a:off x="782273" y="4172025"/>
              <a:ext cx="816840" cy="1440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DF3DB3BF-F026-C67D-C621-F77E0AD9EA7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92633" y="3992385"/>
                <a:ext cx="996480" cy="37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9BF15938-1E72-0F14-4040-3A00A7987896}"/>
                  </a:ext>
                </a:extLst>
              </p14:cNvPr>
              <p14:cNvContentPartPr/>
              <p14:nvPr/>
            </p14:nvContentPartPr>
            <p14:xfrm>
              <a:off x="6278033" y="4122705"/>
              <a:ext cx="2741040" cy="734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9BF15938-1E72-0F14-4040-3A00A7987896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188393" y="3943065"/>
                <a:ext cx="2920680" cy="43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7AD00F13-7C15-BFB6-4758-4288F8564AAE}"/>
                  </a:ext>
                </a:extLst>
              </p14:cNvPr>
              <p14:cNvContentPartPr/>
              <p14:nvPr/>
            </p14:nvContentPartPr>
            <p14:xfrm>
              <a:off x="980273" y="4675305"/>
              <a:ext cx="1197720" cy="291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7AD00F13-7C15-BFB6-4758-4288F8564AAE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90273" y="4495305"/>
                <a:ext cx="1377360" cy="38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5769DDA7-C5D7-4821-7B83-60278E1464F1}"/>
                  </a:ext>
                </a:extLst>
              </p14:cNvPr>
              <p14:cNvContentPartPr/>
              <p14:nvPr/>
            </p14:nvContentPartPr>
            <p14:xfrm>
              <a:off x="6532913" y="4505385"/>
              <a:ext cx="2028240" cy="12312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5769DDA7-C5D7-4821-7B83-60278E1464F1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442913" y="4325745"/>
                <a:ext cx="2207880" cy="48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7B949F66-20E7-1AB5-75ED-1FFC51F2DC38}"/>
                  </a:ext>
                </a:extLst>
              </p14:cNvPr>
              <p14:cNvContentPartPr/>
              <p14:nvPr/>
            </p14:nvContentPartPr>
            <p14:xfrm>
              <a:off x="909353" y="5143305"/>
              <a:ext cx="1721160" cy="11736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7B949F66-20E7-1AB5-75ED-1FFC51F2DC38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819713" y="4963305"/>
                <a:ext cx="1900800" cy="47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A3596276-B9B9-A231-A3EE-7517388A7146}"/>
                  </a:ext>
                </a:extLst>
              </p14:cNvPr>
              <p14:cNvContentPartPr/>
              <p14:nvPr/>
            </p14:nvContentPartPr>
            <p14:xfrm>
              <a:off x="6212153" y="4997865"/>
              <a:ext cx="4076640" cy="12096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A3596276-B9B9-A231-A3EE-7517388A7146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6122513" y="4818225"/>
                <a:ext cx="4256280" cy="48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506A48B7-E5D0-B8AE-6801-C4DB4B6A1242}"/>
                  </a:ext>
                </a:extLst>
              </p14:cNvPr>
              <p14:cNvContentPartPr/>
              <p14:nvPr/>
            </p14:nvContentPartPr>
            <p14:xfrm>
              <a:off x="904673" y="5711025"/>
              <a:ext cx="1140840" cy="19044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506A48B7-E5D0-B8AE-6801-C4DB4B6A1242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815033" y="5531385"/>
                <a:ext cx="1320480" cy="55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A8225C80-CBE4-F42C-FCDE-DFBE7EC37E86}"/>
                  </a:ext>
                </a:extLst>
              </p14:cNvPr>
              <p14:cNvContentPartPr/>
              <p14:nvPr/>
            </p14:nvContentPartPr>
            <p14:xfrm>
              <a:off x="6296753" y="5580345"/>
              <a:ext cx="4743720" cy="1044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A8225C80-CBE4-F42C-FCDE-DFBE7EC37E86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6207113" y="5400345"/>
                <a:ext cx="4923360" cy="37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7B52AD6B-4E06-34F8-E452-A539FD6A1214}"/>
                  </a:ext>
                </a:extLst>
              </p14:cNvPr>
              <p14:cNvContentPartPr/>
              <p14:nvPr/>
            </p14:nvContentPartPr>
            <p14:xfrm>
              <a:off x="6287393" y="5919825"/>
              <a:ext cx="1030680" cy="4392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7B52AD6B-4E06-34F8-E452-A539FD6A1214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6197753" y="5739825"/>
                <a:ext cx="1210320" cy="403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312706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182" y="143453"/>
            <a:ext cx="10515600" cy="429202"/>
          </a:xfrm>
        </p:spPr>
        <p:txBody>
          <a:bodyPr>
            <a:normAutofit fontScale="90000"/>
          </a:bodyPr>
          <a:lstStyle/>
          <a:p>
            <a:r>
              <a:rPr lang="en-IN" dirty="0"/>
              <a:t>Example: Multi-threaded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828097"/>
            <a:ext cx="6236855" cy="560041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600" dirty="0"/>
              <a:t>class </a:t>
            </a:r>
            <a:r>
              <a:rPr lang="en-IN" sz="1600" dirty="0" err="1"/>
              <a:t>PrintTask</a:t>
            </a:r>
            <a:r>
              <a:rPr lang="en-IN" sz="1600" dirty="0"/>
              <a:t> extends Thread {</a:t>
            </a:r>
          </a:p>
          <a:p>
            <a:pPr marL="0" indent="0">
              <a:buNone/>
            </a:pPr>
            <a:r>
              <a:rPr lang="en-IN" sz="1600" dirty="0"/>
              <a:t>    public void run() {</a:t>
            </a:r>
          </a:p>
          <a:p>
            <a:pPr marL="0" indent="0">
              <a:buNone/>
            </a:pPr>
            <a:r>
              <a:rPr lang="en-IN" sz="1600" dirty="0"/>
              <a:t>        for (</a:t>
            </a:r>
            <a:r>
              <a:rPr lang="en-IN" sz="1600" dirty="0" err="1"/>
              <a:t>int</a:t>
            </a:r>
            <a:r>
              <a:rPr lang="en-IN" sz="1600" dirty="0"/>
              <a:t> </a:t>
            </a:r>
            <a:r>
              <a:rPr lang="en-IN" sz="1600" dirty="0" err="1"/>
              <a:t>i</a:t>
            </a:r>
            <a:r>
              <a:rPr lang="en-IN" sz="1600" dirty="0"/>
              <a:t> = 1; </a:t>
            </a:r>
            <a:r>
              <a:rPr lang="en-IN" sz="1600" dirty="0" err="1"/>
              <a:t>i</a:t>
            </a:r>
            <a:r>
              <a:rPr lang="en-IN" sz="1600" dirty="0"/>
              <a:t> &lt;= 5; </a:t>
            </a:r>
            <a:r>
              <a:rPr lang="en-IN" sz="1600" dirty="0" err="1"/>
              <a:t>i</a:t>
            </a:r>
            <a:r>
              <a:rPr lang="en-IN" sz="1600" dirty="0"/>
              <a:t>++) {</a:t>
            </a:r>
          </a:p>
          <a:p>
            <a:pPr marL="0" indent="0">
              <a:buNone/>
            </a:pPr>
            <a:r>
              <a:rPr lang="en-IN" sz="1600" dirty="0"/>
              <a:t>            </a:t>
            </a:r>
            <a:r>
              <a:rPr lang="en-IN" sz="1600" dirty="0" err="1"/>
              <a:t>System.out.println</a:t>
            </a:r>
            <a:r>
              <a:rPr lang="en-IN" sz="1600" dirty="0"/>
              <a:t>(</a:t>
            </a:r>
            <a:r>
              <a:rPr lang="en-IN" sz="1600" dirty="0" err="1"/>
              <a:t>getName</a:t>
            </a:r>
            <a:r>
              <a:rPr lang="en-IN" sz="1600" dirty="0"/>
              <a:t>() + " prints: " + </a:t>
            </a:r>
            <a:r>
              <a:rPr lang="en-IN" sz="1600" dirty="0" err="1"/>
              <a:t>i</a:t>
            </a:r>
            <a:r>
              <a:rPr lang="en-IN" sz="1600" dirty="0"/>
              <a:t>);</a:t>
            </a:r>
          </a:p>
          <a:p>
            <a:pPr marL="0" indent="0">
              <a:buNone/>
            </a:pPr>
            <a:r>
              <a:rPr lang="en-IN" sz="1600" dirty="0"/>
              <a:t>            try {</a:t>
            </a:r>
          </a:p>
          <a:p>
            <a:pPr marL="0" indent="0">
              <a:buNone/>
            </a:pPr>
            <a:r>
              <a:rPr lang="en-IN" sz="1600" dirty="0"/>
              <a:t>                </a:t>
            </a:r>
            <a:r>
              <a:rPr lang="en-IN" sz="1600" dirty="0" err="1"/>
              <a:t>Thread.sleep</a:t>
            </a:r>
            <a:r>
              <a:rPr lang="en-IN" sz="1600" dirty="0"/>
              <a:t>(3000);</a:t>
            </a:r>
          </a:p>
          <a:p>
            <a:pPr marL="0" indent="0">
              <a:buNone/>
            </a:pPr>
            <a:r>
              <a:rPr lang="en-IN" sz="1600" dirty="0"/>
              <a:t>            } catch (</a:t>
            </a:r>
            <a:r>
              <a:rPr lang="en-IN" sz="1600" dirty="0" err="1"/>
              <a:t>InterruptedException</a:t>
            </a:r>
            <a:r>
              <a:rPr lang="en-IN" sz="1600" dirty="0"/>
              <a:t> e) {</a:t>
            </a:r>
          </a:p>
          <a:p>
            <a:pPr marL="0" indent="0">
              <a:buNone/>
            </a:pPr>
            <a:r>
              <a:rPr lang="en-IN" sz="1600" dirty="0"/>
              <a:t>                </a:t>
            </a:r>
            <a:r>
              <a:rPr lang="en-IN" sz="1600" dirty="0" err="1"/>
              <a:t>System.out.println</a:t>
            </a:r>
            <a:r>
              <a:rPr lang="en-IN" sz="1600" dirty="0"/>
              <a:t>("Interrupted");</a:t>
            </a:r>
          </a:p>
          <a:p>
            <a:pPr marL="0" indent="0">
              <a:buNone/>
            </a:pPr>
            <a:r>
              <a:rPr lang="en-IN" sz="1600" dirty="0"/>
              <a:t>            }</a:t>
            </a:r>
          </a:p>
          <a:p>
            <a:pPr marL="0" indent="0">
              <a:buNone/>
            </a:pPr>
            <a:r>
              <a:rPr lang="en-IN" sz="1600" dirty="0"/>
              <a:t>        }</a:t>
            </a:r>
          </a:p>
          <a:p>
            <a:pPr marL="0" indent="0">
              <a:buNone/>
            </a:pPr>
            <a:r>
              <a:rPr lang="en-IN" sz="1600" dirty="0"/>
              <a:t>    }</a:t>
            </a:r>
          </a:p>
          <a:p>
            <a:pPr marL="0" indent="0">
              <a:buNone/>
            </a:pPr>
            <a:r>
              <a:rPr lang="en-IN" sz="1600" dirty="0"/>
              <a:t>    public static void main(String[] </a:t>
            </a:r>
            <a:r>
              <a:rPr lang="en-IN" sz="1600" dirty="0" err="1"/>
              <a:t>args</a:t>
            </a:r>
            <a:r>
              <a:rPr lang="en-IN" sz="1600" dirty="0"/>
              <a:t>) {</a:t>
            </a:r>
          </a:p>
          <a:p>
            <a:pPr marL="0" indent="0">
              <a:buNone/>
            </a:pPr>
            <a:r>
              <a:rPr lang="en-IN" sz="1600" dirty="0"/>
              <a:t>        </a:t>
            </a:r>
            <a:r>
              <a:rPr lang="en-IN" sz="1600" dirty="0" err="1"/>
              <a:t>PrintTask</a:t>
            </a:r>
            <a:r>
              <a:rPr lang="en-IN" sz="1600" dirty="0"/>
              <a:t> t1 = new </a:t>
            </a:r>
            <a:r>
              <a:rPr lang="en-IN" sz="1600" dirty="0" err="1"/>
              <a:t>PrintTask</a:t>
            </a:r>
            <a:r>
              <a:rPr lang="en-IN" sz="1600" dirty="0"/>
              <a:t>();</a:t>
            </a:r>
          </a:p>
          <a:p>
            <a:pPr marL="0" indent="0">
              <a:buNone/>
            </a:pPr>
            <a:r>
              <a:rPr lang="en-IN" sz="1600" dirty="0"/>
              <a:t>        </a:t>
            </a:r>
            <a:r>
              <a:rPr lang="en-IN" sz="1600" dirty="0" err="1"/>
              <a:t>PrintTask</a:t>
            </a:r>
            <a:r>
              <a:rPr lang="en-IN" sz="1600" dirty="0"/>
              <a:t> t2 = new </a:t>
            </a:r>
            <a:r>
              <a:rPr lang="en-IN" sz="1600" dirty="0" err="1"/>
              <a:t>PrintTask</a:t>
            </a:r>
            <a:r>
              <a:rPr lang="en-IN" sz="1600" dirty="0"/>
              <a:t>();</a:t>
            </a:r>
          </a:p>
          <a:p>
            <a:pPr marL="0" indent="0">
              <a:buNone/>
            </a:pPr>
            <a:r>
              <a:rPr lang="en-IN" sz="1600" dirty="0"/>
              <a:t>        t1.start();</a:t>
            </a:r>
          </a:p>
          <a:p>
            <a:pPr marL="0" indent="0">
              <a:buNone/>
            </a:pPr>
            <a:r>
              <a:rPr lang="en-IN" sz="1600" dirty="0"/>
              <a:t>        t2.start();</a:t>
            </a:r>
          </a:p>
          <a:p>
            <a:pPr marL="0" indent="0">
              <a:buNone/>
            </a:pPr>
            <a:r>
              <a:rPr lang="en-IN" sz="1600" dirty="0"/>
              <a:t>    }</a:t>
            </a:r>
          </a:p>
          <a:p>
            <a:pPr marL="0" indent="0">
              <a:buNone/>
            </a:pPr>
            <a:r>
              <a:rPr lang="en-IN" sz="1600" dirty="0"/>
              <a:t>}</a:t>
            </a:r>
          </a:p>
          <a:p>
            <a:pPr marL="0" indent="0">
              <a:buNone/>
            </a:pPr>
            <a:endParaRPr lang="en-IN" sz="1600" dirty="0"/>
          </a:p>
        </p:txBody>
      </p:sp>
      <p:sp>
        <p:nvSpPr>
          <p:cNvPr id="4" name="TextBox 3"/>
          <p:cNvSpPr txBox="1"/>
          <p:nvPr/>
        </p:nvSpPr>
        <p:spPr>
          <a:xfrm>
            <a:off x="7499927" y="2595418"/>
            <a:ext cx="1857881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Output:</a:t>
            </a:r>
          </a:p>
          <a:p>
            <a:r>
              <a:rPr lang="en-US" dirty="0"/>
              <a:t>Thread-0 prints: 1</a:t>
            </a:r>
          </a:p>
          <a:p>
            <a:r>
              <a:rPr lang="en-US" dirty="0"/>
              <a:t>Thread-1 prints: 1</a:t>
            </a:r>
          </a:p>
          <a:p>
            <a:r>
              <a:rPr lang="en-US" dirty="0"/>
              <a:t>Thread-0 prints: 2</a:t>
            </a:r>
          </a:p>
          <a:p>
            <a:r>
              <a:rPr lang="en-US" dirty="0"/>
              <a:t>Thread-1 prints: 2</a:t>
            </a:r>
          </a:p>
          <a:p>
            <a:r>
              <a:rPr lang="en-US" dirty="0"/>
              <a:t>Thread-0 prints: 3</a:t>
            </a:r>
          </a:p>
          <a:p>
            <a:r>
              <a:rPr lang="en-US" dirty="0"/>
              <a:t>Thread-1 prints: 3</a:t>
            </a:r>
          </a:p>
          <a:p>
            <a:r>
              <a:rPr lang="en-US" dirty="0"/>
              <a:t>Thread-0 prints: 4</a:t>
            </a:r>
          </a:p>
          <a:p>
            <a:r>
              <a:rPr lang="en-US" dirty="0"/>
              <a:t>Thread-1 prints: 4</a:t>
            </a:r>
          </a:p>
          <a:p>
            <a:r>
              <a:rPr lang="en-US" dirty="0"/>
              <a:t>Thread-0 prints: 5</a:t>
            </a:r>
          </a:p>
          <a:p>
            <a:r>
              <a:rPr lang="en-US" dirty="0"/>
              <a:t>Thread-1 prints: 5</a:t>
            </a:r>
            <a:endParaRPr lang="en-IN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C8F95B6-7695-9FE8-23BD-AF50881281CE}"/>
                  </a:ext>
                </a:extLst>
              </p14:cNvPr>
              <p14:cNvContentPartPr/>
              <p14:nvPr/>
            </p14:nvContentPartPr>
            <p14:xfrm>
              <a:off x="2280953" y="300945"/>
              <a:ext cx="4561920" cy="770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C8F95B6-7695-9FE8-23BD-AF50881281C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91313" y="120945"/>
                <a:ext cx="4741560" cy="43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DDEA19D-4904-8542-B538-A0D3EA8FC196}"/>
                  </a:ext>
                </a:extLst>
              </p14:cNvPr>
              <p14:cNvContentPartPr/>
              <p14:nvPr/>
            </p14:nvContentPartPr>
            <p14:xfrm>
              <a:off x="6891113" y="358185"/>
              <a:ext cx="179280" cy="198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DDEA19D-4904-8542-B538-A0D3EA8FC19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801473" y="178185"/>
                <a:ext cx="358920" cy="37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D3718502-96C8-8220-982D-3E97AAB81633}"/>
                  </a:ext>
                </a:extLst>
              </p14:cNvPr>
              <p14:cNvContentPartPr/>
              <p14:nvPr/>
            </p14:nvContentPartPr>
            <p14:xfrm>
              <a:off x="2601353" y="1007985"/>
              <a:ext cx="443520" cy="3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D3718502-96C8-8220-982D-3E97AAB8163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511713" y="828345"/>
                <a:ext cx="62316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3786F720-852F-E9D0-9479-B8537F93439B}"/>
                  </a:ext>
                </a:extLst>
              </p14:cNvPr>
              <p14:cNvContentPartPr/>
              <p14:nvPr/>
            </p14:nvContentPartPr>
            <p14:xfrm>
              <a:off x="970553" y="5136825"/>
              <a:ext cx="2390040" cy="957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3786F720-852F-E9D0-9479-B8537F93439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80913" y="4957185"/>
                <a:ext cx="2569680" cy="45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6EB73846-6820-E8E4-3F3F-AD5C4CA70685}"/>
                  </a:ext>
                </a:extLst>
              </p14:cNvPr>
              <p14:cNvContentPartPr/>
              <p14:nvPr/>
            </p14:nvContentPartPr>
            <p14:xfrm>
              <a:off x="810713" y="5334105"/>
              <a:ext cx="2620800" cy="1443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6EB73846-6820-E8E4-3F3F-AD5C4CA7068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21073" y="5154465"/>
                <a:ext cx="2800440" cy="50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E9F7413F-B647-AC65-C550-D685709B1CBE}"/>
                  </a:ext>
                </a:extLst>
              </p14:cNvPr>
              <p14:cNvContentPartPr/>
              <p14:nvPr/>
            </p14:nvContentPartPr>
            <p14:xfrm>
              <a:off x="970553" y="5853225"/>
              <a:ext cx="923400" cy="104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E9F7413F-B647-AC65-C550-D685709B1CBE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80913" y="5673585"/>
                <a:ext cx="1103040" cy="37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E959C21C-8B69-8839-9E28-0AA4229078D9}"/>
                  </a:ext>
                </a:extLst>
              </p14:cNvPr>
              <p14:cNvContentPartPr/>
              <p14:nvPr/>
            </p14:nvContentPartPr>
            <p14:xfrm>
              <a:off x="706673" y="6155265"/>
              <a:ext cx="1131840" cy="1425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E959C21C-8B69-8839-9E28-0AA4229078D9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17033" y="5975625"/>
                <a:ext cx="1311480" cy="502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906188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Thread Priorities</a:t>
            </a:r>
          </a:p>
          <a:p>
            <a:pPr lvl="1"/>
            <a:r>
              <a:rPr lang="en-US" dirty="0"/>
              <a:t>Java threads have priorities from </a:t>
            </a:r>
            <a:r>
              <a:rPr lang="en-US" b="1" dirty="0"/>
              <a:t>1 (MIN_PRIORITY)</a:t>
            </a:r>
            <a:r>
              <a:rPr lang="en-US" dirty="0"/>
              <a:t> to </a:t>
            </a:r>
            <a:r>
              <a:rPr lang="en-US" b="1" dirty="0"/>
              <a:t>10 (MAX_PRIORITY)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The default priority is </a:t>
            </a:r>
            <a:r>
              <a:rPr lang="en-US" b="1" dirty="0"/>
              <a:t>5 (NORM_PRIORITY)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Higher-priority threads may get more CPU time but </a:t>
            </a:r>
            <a:r>
              <a:rPr lang="en-US" b="1" dirty="0"/>
              <a:t>priority is not guaranteed</a:t>
            </a:r>
            <a:r>
              <a:rPr lang="en-US" dirty="0"/>
              <a:t> (depends on OS and scheduler).</a:t>
            </a:r>
          </a:p>
          <a:p>
            <a:endParaRPr lang="en-IN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9AE3DD5-39D2-12FB-A1D3-DBB2DA7745CC}"/>
                  </a:ext>
                </a:extLst>
              </p14:cNvPr>
              <p14:cNvContentPartPr/>
              <p14:nvPr/>
            </p14:nvContentPartPr>
            <p14:xfrm>
              <a:off x="5834873" y="2469585"/>
              <a:ext cx="2129760" cy="583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9AE3DD5-39D2-12FB-A1D3-DBB2DA7745C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745233" y="2289585"/>
                <a:ext cx="2309400" cy="41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18058CC-BF15-9824-E164-ECA4462477BA}"/>
                  </a:ext>
                </a:extLst>
              </p14:cNvPr>
              <p14:cNvContentPartPr/>
              <p14:nvPr/>
            </p14:nvContentPartPr>
            <p14:xfrm>
              <a:off x="4345553" y="2817705"/>
              <a:ext cx="2487960" cy="1051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18058CC-BF15-9824-E164-ECA4462477B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255913" y="2637705"/>
                <a:ext cx="2667600" cy="46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25647D0A-775D-BDED-3413-47ED8F397962}"/>
                  </a:ext>
                </a:extLst>
              </p14:cNvPr>
              <p14:cNvContentPartPr/>
              <p14:nvPr/>
            </p14:nvContentPartPr>
            <p14:xfrm>
              <a:off x="6296753" y="3167625"/>
              <a:ext cx="1414080" cy="1040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25647D0A-775D-BDED-3413-47ED8F39796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207113" y="2987625"/>
                <a:ext cx="1593720" cy="46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84C31CEF-C598-564D-98D2-023CF494A35A}"/>
                  </a:ext>
                </a:extLst>
              </p14:cNvPr>
              <p14:cNvContentPartPr/>
              <p14:nvPr/>
            </p14:nvContentPartPr>
            <p14:xfrm>
              <a:off x="8012873" y="3265185"/>
              <a:ext cx="3129120" cy="248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84C31CEF-C598-564D-98D2-023CF494A35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922873" y="3085185"/>
                <a:ext cx="3308760" cy="38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57D8273E-68F8-AE94-03F6-E8C10E092348}"/>
                  </a:ext>
                </a:extLst>
              </p14:cNvPr>
              <p14:cNvContentPartPr/>
              <p14:nvPr/>
            </p14:nvContentPartPr>
            <p14:xfrm>
              <a:off x="1762553" y="3583785"/>
              <a:ext cx="3477600" cy="1029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57D8273E-68F8-AE94-03F6-E8C10E09234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672913" y="3403785"/>
                <a:ext cx="3657240" cy="46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667684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258</TotalTime>
  <Words>1756</Words>
  <Application>Microsoft Office PowerPoint</Application>
  <PresentationFormat>Widescreen</PresentationFormat>
  <Paragraphs>258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Office Theme</vt:lpstr>
      <vt:lpstr>Applets and Threading</vt:lpstr>
      <vt:lpstr>Introduction</vt:lpstr>
      <vt:lpstr>Java Application vs Applet</vt:lpstr>
      <vt:lpstr>Applet Life Cycle</vt:lpstr>
      <vt:lpstr>Working with Applets</vt:lpstr>
      <vt:lpstr>The HTML &lt;APPLET&gt; Tag</vt:lpstr>
      <vt:lpstr>java.applet Package</vt:lpstr>
      <vt:lpstr>Drawing and Graphics in Applets</vt:lpstr>
      <vt:lpstr>Example</vt:lpstr>
      <vt:lpstr>PowerPoint Presentation</vt:lpstr>
      <vt:lpstr>Alternatives to Applets Today</vt:lpstr>
      <vt:lpstr>Threading</vt:lpstr>
      <vt:lpstr>Creating Threads in Java</vt:lpstr>
      <vt:lpstr>Creating Threads in Java</vt:lpstr>
      <vt:lpstr>Comparison:</vt:lpstr>
      <vt:lpstr>Thread Life-Cycle in Java</vt:lpstr>
      <vt:lpstr>Thread Life-Cycle Diagram</vt:lpstr>
      <vt:lpstr>Common Thread Methods</vt:lpstr>
      <vt:lpstr>Example: Multi-threaded Program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Applet</dc:title>
  <dc:creator>krishan</dc:creator>
  <cp:lastModifiedBy>harsh chandra</cp:lastModifiedBy>
  <cp:revision>76</cp:revision>
  <dcterms:created xsi:type="dcterms:W3CDTF">2025-04-16T12:00:56Z</dcterms:created>
  <dcterms:modified xsi:type="dcterms:W3CDTF">2025-12-01T18:12:22Z</dcterms:modified>
</cp:coreProperties>
</file>